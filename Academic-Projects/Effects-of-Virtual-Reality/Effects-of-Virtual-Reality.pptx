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64C24E-8F92-4757-B870-C159A01D9B0D}" v="52" dt="2026-03-22T20:33:49.302"/>
  </p1510:revLst>
</p1510:revInfo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2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Relationship Id="rId4" Type="http://schemas.openxmlformats.org/officeDocument/2006/relationships/image" Target="../media/image22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2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9EBB68-4AEC-47CF-AAFD-4B40E445B6B9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193D468-0BA7-4E89-A123-25509F28C89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/>
            <a:t>Virtual reality (VR) is widely used in gaming, training, and education </a:t>
          </a:r>
        </a:p>
      </dgm:t>
    </dgm:pt>
    <dgm:pt modelId="{71F9A3E1-654B-4F75-ABFF-838820415B94}" type="parTrans" cxnId="{251BCEFD-A91D-469A-84A7-A62F66F9CFF3}">
      <dgm:prSet/>
      <dgm:spPr/>
      <dgm:t>
        <a:bodyPr/>
        <a:lstStyle/>
        <a:p>
          <a:endParaRPr lang="en-GB"/>
        </a:p>
      </dgm:t>
    </dgm:pt>
    <dgm:pt modelId="{CF81CA42-67CC-48B5-9FA5-A1BF93723DA8}" type="sibTrans" cxnId="{251BCEFD-A91D-469A-84A7-A62F66F9CFF3}">
      <dgm:prSet/>
      <dgm:spPr/>
      <dgm:t>
        <a:bodyPr/>
        <a:lstStyle/>
        <a:p>
          <a:endParaRPr lang="en-GB"/>
        </a:p>
      </dgm:t>
    </dgm:pt>
    <dgm:pt modelId="{B27AB410-5949-40AA-B25E-8E32352428C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/>
            <a:t>Increased use has raised concerns about potential health effects </a:t>
          </a:r>
        </a:p>
      </dgm:t>
    </dgm:pt>
    <dgm:pt modelId="{94A3B91B-6F8D-4548-B833-4694F561034C}" type="parTrans" cxnId="{BBC4FB0E-A1D4-48E6-BF64-32B9803930AB}">
      <dgm:prSet/>
      <dgm:spPr/>
      <dgm:t>
        <a:bodyPr/>
        <a:lstStyle/>
        <a:p>
          <a:endParaRPr lang="en-GB"/>
        </a:p>
      </dgm:t>
    </dgm:pt>
    <dgm:pt modelId="{A0F5ECA3-0D08-49CE-A840-ED0A653C9986}" type="sibTrans" cxnId="{BBC4FB0E-A1D4-48E6-BF64-32B9803930AB}">
      <dgm:prSet/>
      <dgm:spPr/>
      <dgm:t>
        <a:bodyPr/>
        <a:lstStyle/>
        <a:p>
          <a:endParaRPr lang="en-GB"/>
        </a:p>
      </dgm:t>
    </dgm:pt>
    <dgm:pt modelId="{4881B8EE-E8F8-46E9-8701-9291F9445FC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/>
            <a:t>This project focuses on: </a:t>
          </a:r>
        </a:p>
      </dgm:t>
    </dgm:pt>
    <dgm:pt modelId="{F56031D1-4F62-4F13-9D7A-EF2C4FFE3EFF}" type="parTrans" cxnId="{B2791B10-00AF-4D6D-9B23-365F3CD73768}">
      <dgm:prSet/>
      <dgm:spPr/>
      <dgm:t>
        <a:bodyPr/>
        <a:lstStyle/>
        <a:p>
          <a:endParaRPr lang="en-GB"/>
        </a:p>
      </dgm:t>
    </dgm:pt>
    <dgm:pt modelId="{274D721E-BA73-471A-8BBF-A189D36C63FB}" type="sibTrans" cxnId="{B2791B10-00AF-4D6D-9B23-365F3CD73768}">
      <dgm:prSet/>
      <dgm:spPr/>
      <dgm:t>
        <a:bodyPr/>
        <a:lstStyle/>
        <a:p>
          <a:endParaRPr lang="en-GB"/>
        </a:p>
      </dgm:t>
    </dgm:pt>
    <dgm:pt modelId="{39C91EEE-09E2-446A-9F8B-42F425F5D21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dirty="0"/>
            <a:t>Postural stability (balance) </a:t>
          </a:r>
        </a:p>
      </dgm:t>
    </dgm:pt>
    <dgm:pt modelId="{FC562512-18BE-4475-B2C3-3017EFF402A4}" type="parTrans" cxnId="{21A97264-7B18-463E-892B-9E941145B7E9}">
      <dgm:prSet/>
      <dgm:spPr/>
      <dgm:t>
        <a:bodyPr/>
        <a:lstStyle/>
        <a:p>
          <a:endParaRPr lang="en-GB"/>
        </a:p>
      </dgm:t>
    </dgm:pt>
    <dgm:pt modelId="{943D5B2A-781E-4BA2-8B8F-3E31BD6B465B}" type="sibTrans" cxnId="{21A97264-7B18-463E-892B-9E941145B7E9}">
      <dgm:prSet/>
      <dgm:spPr/>
      <dgm:t>
        <a:bodyPr/>
        <a:lstStyle/>
        <a:p>
          <a:endParaRPr lang="en-GB"/>
        </a:p>
      </dgm:t>
    </dgm:pt>
    <dgm:pt modelId="{F77DB21B-602D-44F2-ABE5-03F60DC4B32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dirty="0"/>
            <a:t>Spatial awareness (distance judgement) </a:t>
          </a:r>
        </a:p>
      </dgm:t>
    </dgm:pt>
    <dgm:pt modelId="{ACD2517B-185A-41CA-A9D6-EC06D410ADAA}" type="parTrans" cxnId="{4B4EEE99-DB4A-42A3-B076-A87FC3034FEB}">
      <dgm:prSet/>
      <dgm:spPr/>
      <dgm:t>
        <a:bodyPr/>
        <a:lstStyle/>
        <a:p>
          <a:endParaRPr lang="en-GB"/>
        </a:p>
      </dgm:t>
    </dgm:pt>
    <dgm:pt modelId="{AF2C759A-E8C4-4F96-9A46-DE01E0162D8A}" type="sibTrans" cxnId="{4B4EEE99-DB4A-42A3-B076-A87FC3034FEB}">
      <dgm:prSet/>
      <dgm:spPr/>
      <dgm:t>
        <a:bodyPr/>
        <a:lstStyle/>
        <a:p>
          <a:endParaRPr lang="en-GB"/>
        </a:p>
      </dgm:t>
    </dgm:pt>
    <dgm:pt modelId="{E637AD85-3E67-4035-9EC7-9DAF223B205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/>
            <a:t>Aim: To investigate how prolonged VR use affects real-world physical performance </a:t>
          </a:r>
        </a:p>
      </dgm:t>
    </dgm:pt>
    <dgm:pt modelId="{9BCEB7D5-2FBE-4F92-8249-F99DA966241D}" type="parTrans" cxnId="{296B2632-D865-4607-9C56-CE54344B66D2}">
      <dgm:prSet/>
      <dgm:spPr/>
      <dgm:t>
        <a:bodyPr/>
        <a:lstStyle/>
        <a:p>
          <a:endParaRPr lang="en-GB"/>
        </a:p>
      </dgm:t>
    </dgm:pt>
    <dgm:pt modelId="{F4FDDD1C-58B0-4D35-A4D9-426F7A08BBA2}" type="sibTrans" cxnId="{296B2632-D865-4607-9C56-CE54344B66D2}">
      <dgm:prSet/>
      <dgm:spPr/>
      <dgm:t>
        <a:bodyPr/>
        <a:lstStyle/>
        <a:p>
          <a:endParaRPr lang="en-GB"/>
        </a:p>
      </dgm:t>
    </dgm:pt>
    <dgm:pt modelId="{CF9AB640-8131-4DBD-AF2C-2ABA46B648C4}" type="pres">
      <dgm:prSet presAssocID="{B89EBB68-4AEC-47CF-AAFD-4B40E445B6B9}" presName="vert0" presStyleCnt="0">
        <dgm:presLayoutVars>
          <dgm:dir/>
          <dgm:animOne val="branch"/>
          <dgm:animLvl val="lvl"/>
        </dgm:presLayoutVars>
      </dgm:prSet>
      <dgm:spPr/>
    </dgm:pt>
    <dgm:pt modelId="{D43F84DC-A3B1-492A-BE88-355A8FFA6F46}" type="pres">
      <dgm:prSet presAssocID="{E193D468-0BA7-4E89-A123-25509F28C893}" presName="thickLine" presStyleLbl="alignNode1" presStyleIdx="0" presStyleCnt="6"/>
      <dgm:spPr/>
    </dgm:pt>
    <dgm:pt modelId="{B7135E2A-EEF2-44EF-8440-79B27BAF5FBC}" type="pres">
      <dgm:prSet presAssocID="{E193D468-0BA7-4E89-A123-25509F28C893}" presName="horz1" presStyleCnt="0"/>
      <dgm:spPr/>
    </dgm:pt>
    <dgm:pt modelId="{AAED47B2-84E6-47F5-A093-7B71A988E479}" type="pres">
      <dgm:prSet presAssocID="{E193D468-0BA7-4E89-A123-25509F28C893}" presName="tx1" presStyleLbl="revTx" presStyleIdx="0" presStyleCnt="6"/>
      <dgm:spPr/>
    </dgm:pt>
    <dgm:pt modelId="{AF630227-9B8A-4638-8AC8-7CE536D8790D}" type="pres">
      <dgm:prSet presAssocID="{E193D468-0BA7-4E89-A123-25509F28C893}" presName="vert1" presStyleCnt="0"/>
      <dgm:spPr/>
    </dgm:pt>
    <dgm:pt modelId="{38E9DB5F-8851-4E7C-9570-DFAE6F59B4A1}" type="pres">
      <dgm:prSet presAssocID="{B27AB410-5949-40AA-B25E-8E32352428C1}" presName="thickLine" presStyleLbl="alignNode1" presStyleIdx="1" presStyleCnt="6"/>
      <dgm:spPr/>
    </dgm:pt>
    <dgm:pt modelId="{643E055D-5E04-4489-9E21-43701336EEC4}" type="pres">
      <dgm:prSet presAssocID="{B27AB410-5949-40AA-B25E-8E32352428C1}" presName="horz1" presStyleCnt="0"/>
      <dgm:spPr/>
    </dgm:pt>
    <dgm:pt modelId="{40A17A0C-D942-4EA3-8BA8-77BBBA724061}" type="pres">
      <dgm:prSet presAssocID="{B27AB410-5949-40AA-B25E-8E32352428C1}" presName="tx1" presStyleLbl="revTx" presStyleIdx="1" presStyleCnt="6"/>
      <dgm:spPr/>
    </dgm:pt>
    <dgm:pt modelId="{56ABB29A-CD63-48FC-9177-D3BB5AE60CF1}" type="pres">
      <dgm:prSet presAssocID="{B27AB410-5949-40AA-B25E-8E32352428C1}" presName="vert1" presStyleCnt="0"/>
      <dgm:spPr/>
    </dgm:pt>
    <dgm:pt modelId="{C2688E0E-1FBE-4262-836C-A36554AB0AB8}" type="pres">
      <dgm:prSet presAssocID="{4881B8EE-E8F8-46E9-8701-9291F9445FCF}" presName="thickLine" presStyleLbl="alignNode1" presStyleIdx="2" presStyleCnt="6"/>
      <dgm:spPr/>
    </dgm:pt>
    <dgm:pt modelId="{F1C08EFD-87B2-42AA-A847-2D6D1BBF40BE}" type="pres">
      <dgm:prSet presAssocID="{4881B8EE-E8F8-46E9-8701-9291F9445FCF}" presName="horz1" presStyleCnt="0"/>
      <dgm:spPr/>
    </dgm:pt>
    <dgm:pt modelId="{C26364CF-9035-4AF3-ACE3-256FD46E60BD}" type="pres">
      <dgm:prSet presAssocID="{4881B8EE-E8F8-46E9-8701-9291F9445FCF}" presName="tx1" presStyleLbl="revTx" presStyleIdx="2" presStyleCnt="6"/>
      <dgm:spPr/>
    </dgm:pt>
    <dgm:pt modelId="{CDA6812A-10EC-4407-BCC1-C221D47797BD}" type="pres">
      <dgm:prSet presAssocID="{4881B8EE-E8F8-46E9-8701-9291F9445FCF}" presName="vert1" presStyleCnt="0"/>
      <dgm:spPr/>
    </dgm:pt>
    <dgm:pt modelId="{6595EFED-DE25-46D6-B3FF-B73E3EC8CDCE}" type="pres">
      <dgm:prSet presAssocID="{39C91EEE-09E2-446A-9F8B-42F425F5D217}" presName="thickLine" presStyleLbl="alignNode1" presStyleIdx="3" presStyleCnt="6"/>
      <dgm:spPr/>
    </dgm:pt>
    <dgm:pt modelId="{D7B22E86-04BC-49B0-BB79-5045CB50D59E}" type="pres">
      <dgm:prSet presAssocID="{39C91EEE-09E2-446A-9F8B-42F425F5D217}" presName="horz1" presStyleCnt="0"/>
      <dgm:spPr/>
    </dgm:pt>
    <dgm:pt modelId="{BBE81839-F401-4440-9B58-431FF4EF156C}" type="pres">
      <dgm:prSet presAssocID="{39C91EEE-09E2-446A-9F8B-42F425F5D217}" presName="tx1" presStyleLbl="revTx" presStyleIdx="3" presStyleCnt="6"/>
      <dgm:spPr/>
    </dgm:pt>
    <dgm:pt modelId="{FAC5E2C9-C5B3-477C-B1BF-D715DA68B7FF}" type="pres">
      <dgm:prSet presAssocID="{39C91EEE-09E2-446A-9F8B-42F425F5D217}" presName="vert1" presStyleCnt="0"/>
      <dgm:spPr/>
    </dgm:pt>
    <dgm:pt modelId="{8C8EA5EC-79DD-4D31-A82E-55F6D7F1FBC5}" type="pres">
      <dgm:prSet presAssocID="{F77DB21B-602D-44F2-ABE5-03F60DC4B323}" presName="thickLine" presStyleLbl="alignNode1" presStyleIdx="4" presStyleCnt="6"/>
      <dgm:spPr/>
    </dgm:pt>
    <dgm:pt modelId="{A98E8A97-6D99-4D17-BDEF-483BCA3D5B99}" type="pres">
      <dgm:prSet presAssocID="{F77DB21B-602D-44F2-ABE5-03F60DC4B323}" presName="horz1" presStyleCnt="0"/>
      <dgm:spPr/>
    </dgm:pt>
    <dgm:pt modelId="{001C4253-2D9E-4D2A-AA39-1E1BB629790E}" type="pres">
      <dgm:prSet presAssocID="{F77DB21B-602D-44F2-ABE5-03F60DC4B323}" presName="tx1" presStyleLbl="revTx" presStyleIdx="4" presStyleCnt="6"/>
      <dgm:spPr/>
    </dgm:pt>
    <dgm:pt modelId="{B1C82833-EC32-413C-AF25-43EE29695370}" type="pres">
      <dgm:prSet presAssocID="{F77DB21B-602D-44F2-ABE5-03F60DC4B323}" presName="vert1" presStyleCnt="0"/>
      <dgm:spPr/>
    </dgm:pt>
    <dgm:pt modelId="{EEB86A20-9C0F-4AB3-8764-8B40F8A5EB09}" type="pres">
      <dgm:prSet presAssocID="{E637AD85-3E67-4035-9EC7-9DAF223B2054}" presName="thickLine" presStyleLbl="alignNode1" presStyleIdx="5" presStyleCnt="6"/>
      <dgm:spPr/>
    </dgm:pt>
    <dgm:pt modelId="{439D1A1D-21AB-463C-B8DA-73B1691A7BE1}" type="pres">
      <dgm:prSet presAssocID="{E637AD85-3E67-4035-9EC7-9DAF223B2054}" presName="horz1" presStyleCnt="0"/>
      <dgm:spPr/>
    </dgm:pt>
    <dgm:pt modelId="{120B5E1E-B87E-479C-9CC8-5203CC3F1E0B}" type="pres">
      <dgm:prSet presAssocID="{E637AD85-3E67-4035-9EC7-9DAF223B2054}" presName="tx1" presStyleLbl="revTx" presStyleIdx="5" presStyleCnt="6"/>
      <dgm:spPr/>
    </dgm:pt>
    <dgm:pt modelId="{35129BB8-574B-4E0E-AB16-EE22AF7BAE9A}" type="pres">
      <dgm:prSet presAssocID="{E637AD85-3E67-4035-9EC7-9DAF223B2054}" presName="vert1" presStyleCnt="0"/>
      <dgm:spPr/>
    </dgm:pt>
  </dgm:ptLst>
  <dgm:cxnLst>
    <dgm:cxn modelId="{BBC4FB0E-A1D4-48E6-BF64-32B9803930AB}" srcId="{B89EBB68-4AEC-47CF-AAFD-4B40E445B6B9}" destId="{B27AB410-5949-40AA-B25E-8E32352428C1}" srcOrd="1" destOrd="0" parTransId="{94A3B91B-6F8D-4548-B833-4694F561034C}" sibTransId="{A0F5ECA3-0D08-49CE-A840-ED0A653C9986}"/>
    <dgm:cxn modelId="{B2791B10-00AF-4D6D-9B23-365F3CD73768}" srcId="{B89EBB68-4AEC-47CF-AAFD-4B40E445B6B9}" destId="{4881B8EE-E8F8-46E9-8701-9291F9445FCF}" srcOrd="2" destOrd="0" parTransId="{F56031D1-4F62-4F13-9D7A-EF2C4FFE3EFF}" sibTransId="{274D721E-BA73-471A-8BBF-A189D36C63FB}"/>
    <dgm:cxn modelId="{9F310416-1CA8-4209-8968-6743259C979F}" type="presOf" srcId="{E193D468-0BA7-4E89-A123-25509F28C893}" destId="{AAED47B2-84E6-47F5-A093-7B71A988E479}" srcOrd="0" destOrd="0" presId="urn:microsoft.com/office/officeart/2008/layout/LinedList"/>
    <dgm:cxn modelId="{296B2632-D865-4607-9C56-CE54344B66D2}" srcId="{B89EBB68-4AEC-47CF-AAFD-4B40E445B6B9}" destId="{E637AD85-3E67-4035-9EC7-9DAF223B2054}" srcOrd="5" destOrd="0" parTransId="{9BCEB7D5-2FBE-4F92-8249-F99DA966241D}" sibTransId="{F4FDDD1C-58B0-4D35-A4D9-426F7A08BBA2}"/>
    <dgm:cxn modelId="{CB1C6F60-6417-4856-B031-C85E27CBE3C5}" type="presOf" srcId="{B27AB410-5949-40AA-B25E-8E32352428C1}" destId="{40A17A0C-D942-4EA3-8BA8-77BBBA724061}" srcOrd="0" destOrd="0" presId="urn:microsoft.com/office/officeart/2008/layout/LinedList"/>
    <dgm:cxn modelId="{21A97264-7B18-463E-892B-9E941145B7E9}" srcId="{B89EBB68-4AEC-47CF-AAFD-4B40E445B6B9}" destId="{39C91EEE-09E2-446A-9F8B-42F425F5D217}" srcOrd="3" destOrd="0" parTransId="{FC562512-18BE-4475-B2C3-3017EFF402A4}" sibTransId="{943D5B2A-781E-4BA2-8B8F-3E31BD6B465B}"/>
    <dgm:cxn modelId="{1F1FF090-62F2-4DEF-BD9F-7CF7B689B98F}" type="presOf" srcId="{F77DB21B-602D-44F2-ABE5-03F60DC4B323}" destId="{001C4253-2D9E-4D2A-AA39-1E1BB629790E}" srcOrd="0" destOrd="0" presId="urn:microsoft.com/office/officeart/2008/layout/LinedList"/>
    <dgm:cxn modelId="{3F12E894-10F3-4F6F-B52A-10B4DE22275C}" type="presOf" srcId="{4881B8EE-E8F8-46E9-8701-9291F9445FCF}" destId="{C26364CF-9035-4AF3-ACE3-256FD46E60BD}" srcOrd="0" destOrd="0" presId="urn:microsoft.com/office/officeart/2008/layout/LinedList"/>
    <dgm:cxn modelId="{4B4EEE99-DB4A-42A3-B076-A87FC3034FEB}" srcId="{B89EBB68-4AEC-47CF-AAFD-4B40E445B6B9}" destId="{F77DB21B-602D-44F2-ABE5-03F60DC4B323}" srcOrd="4" destOrd="0" parTransId="{ACD2517B-185A-41CA-A9D6-EC06D410ADAA}" sibTransId="{AF2C759A-E8C4-4F96-9A46-DE01E0162D8A}"/>
    <dgm:cxn modelId="{5C5A2BBF-EFBC-4D93-A4BB-B46B83606A0C}" type="presOf" srcId="{39C91EEE-09E2-446A-9F8B-42F425F5D217}" destId="{BBE81839-F401-4440-9B58-431FF4EF156C}" srcOrd="0" destOrd="0" presId="urn:microsoft.com/office/officeart/2008/layout/LinedList"/>
    <dgm:cxn modelId="{6EF849D1-3525-42E2-8A2D-12D860A6062B}" type="presOf" srcId="{E637AD85-3E67-4035-9EC7-9DAF223B2054}" destId="{120B5E1E-B87E-479C-9CC8-5203CC3F1E0B}" srcOrd="0" destOrd="0" presId="urn:microsoft.com/office/officeart/2008/layout/LinedList"/>
    <dgm:cxn modelId="{0C7768EF-C470-4646-A915-C5329C700FA9}" type="presOf" srcId="{B89EBB68-4AEC-47CF-AAFD-4B40E445B6B9}" destId="{CF9AB640-8131-4DBD-AF2C-2ABA46B648C4}" srcOrd="0" destOrd="0" presId="urn:microsoft.com/office/officeart/2008/layout/LinedList"/>
    <dgm:cxn modelId="{251BCEFD-A91D-469A-84A7-A62F66F9CFF3}" srcId="{B89EBB68-4AEC-47CF-AAFD-4B40E445B6B9}" destId="{E193D468-0BA7-4E89-A123-25509F28C893}" srcOrd="0" destOrd="0" parTransId="{71F9A3E1-654B-4F75-ABFF-838820415B94}" sibTransId="{CF81CA42-67CC-48B5-9FA5-A1BF93723DA8}"/>
    <dgm:cxn modelId="{D53E8A3F-FF52-4036-8A9E-7392AE1F1258}" type="presParOf" srcId="{CF9AB640-8131-4DBD-AF2C-2ABA46B648C4}" destId="{D43F84DC-A3B1-492A-BE88-355A8FFA6F46}" srcOrd="0" destOrd="0" presId="urn:microsoft.com/office/officeart/2008/layout/LinedList"/>
    <dgm:cxn modelId="{6B32B828-198B-413D-895F-593F17364B85}" type="presParOf" srcId="{CF9AB640-8131-4DBD-AF2C-2ABA46B648C4}" destId="{B7135E2A-EEF2-44EF-8440-79B27BAF5FBC}" srcOrd="1" destOrd="0" presId="urn:microsoft.com/office/officeart/2008/layout/LinedList"/>
    <dgm:cxn modelId="{4A981EC0-83EF-4D84-B20D-4C119F5FAF4C}" type="presParOf" srcId="{B7135E2A-EEF2-44EF-8440-79B27BAF5FBC}" destId="{AAED47B2-84E6-47F5-A093-7B71A988E479}" srcOrd="0" destOrd="0" presId="urn:microsoft.com/office/officeart/2008/layout/LinedList"/>
    <dgm:cxn modelId="{1026FEE5-D6B3-47DB-A997-F0AC4061AD27}" type="presParOf" srcId="{B7135E2A-EEF2-44EF-8440-79B27BAF5FBC}" destId="{AF630227-9B8A-4638-8AC8-7CE536D8790D}" srcOrd="1" destOrd="0" presId="urn:microsoft.com/office/officeart/2008/layout/LinedList"/>
    <dgm:cxn modelId="{982B538F-9C7A-4C01-8A46-7C848BF0FB62}" type="presParOf" srcId="{CF9AB640-8131-4DBD-AF2C-2ABA46B648C4}" destId="{38E9DB5F-8851-4E7C-9570-DFAE6F59B4A1}" srcOrd="2" destOrd="0" presId="urn:microsoft.com/office/officeart/2008/layout/LinedList"/>
    <dgm:cxn modelId="{A46AF0DC-AA02-41E4-AA23-C743187FA3B9}" type="presParOf" srcId="{CF9AB640-8131-4DBD-AF2C-2ABA46B648C4}" destId="{643E055D-5E04-4489-9E21-43701336EEC4}" srcOrd="3" destOrd="0" presId="urn:microsoft.com/office/officeart/2008/layout/LinedList"/>
    <dgm:cxn modelId="{C43AFFFF-0E04-45DB-BDB0-224ACE4B34CA}" type="presParOf" srcId="{643E055D-5E04-4489-9E21-43701336EEC4}" destId="{40A17A0C-D942-4EA3-8BA8-77BBBA724061}" srcOrd="0" destOrd="0" presId="urn:microsoft.com/office/officeart/2008/layout/LinedList"/>
    <dgm:cxn modelId="{3C71E89F-C08F-4755-A0F4-D9A1E0AC7B7F}" type="presParOf" srcId="{643E055D-5E04-4489-9E21-43701336EEC4}" destId="{56ABB29A-CD63-48FC-9177-D3BB5AE60CF1}" srcOrd="1" destOrd="0" presId="urn:microsoft.com/office/officeart/2008/layout/LinedList"/>
    <dgm:cxn modelId="{0ADA2B48-9F9E-47A9-A220-9CF2BDE0F27F}" type="presParOf" srcId="{CF9AB640-8131-4DBD-AF2C-2ABA46B648C4}" destId="{C2688E0E-1FBE-4262-836C-A36554AB0AB8}" srcOrd="4" destOrd="0" presId="urn:microsoft.com/office/officeart/2008/layout/LinedList"/>
    <dgm:cxn modelId="{60F8B995-BAD0-4BE6-91B9-F891BA92D0D0}" type="presParOf" srcId="{CF9AB640-8131-4DBD-AF2C-2ABA46B648C4}" destId="{F1C08EFD-87B2-42AA-A847-2D6D1BBF40BE}" srcOrd="5" destOrd="0" presId="urn:microsoft.com/office/officeart/2008/layout/LinedList"/>
    <dgm:cxn modelId="{133B8317-F4DF-4133-9312-EC0D6AAE72AC}" type="presParOf" srcId="{F1C08EFD-87B2-42AA-A847-2D6D1BBF40BE}" destId="{C26364CF-9035-4AF3-ACE3-256FD46E60BD}" srcOrd="0" destOrd="0" presId="urn:microsoft.com/office/officeart/2008/layout/LinedList"/>
    <dgm:cxn modelId="{8D2A43D7-1DE3-4F16-A8FE-20AB961823A4}" type="presParOf" srcId="{F1C08EFD-87B2-42AA-A847-2D6D1BBF40BE}" destId="{CDA6812A-10EC-4407-BCC1-C221D47797BD}" srcOrd="1" destOrd="0" presId="urn:microsoft.com/office/officeart/2008/layout/LinedList"/>
    <dgm:cxn modelId="{98161F6B-E260-4045-8A6B-7F7C59CD1DB8}" type="presParOf" srcId="{CF9AB640-8131-4DBD-AF2C-2ABA46B648C4}" destId="{6595EFED-DE25-46D6-B3FF-B73E3EC8CDCE}" srcOrd="6" destOrd="0" presId="urn:microsoft.com/office/officeart/2008/layout/LinedList"/>
    <dgm:cxn modelId="{7FC496E2-9A6A-4871-A8A5-7AA14331AB70}" type="presParOf" srcId="{CF9AB640-8131-4DBD-AF2C-2ABA46B648C4}" destId="{D7B22E86-04BC-49B0-BB79-5045CB50D59E}" srcOrd="7" destOrd="0" presId="urn:microsoft.com/office/officeart/2008/layout/LinedList"/>
    <dgm:cxn modelId="{B429338F-518F-4D10-820E-FA14EB2BCB8F}" type="presParOf" srcId="{D7B22E86-04BC-49B0-BB79-5045CB50D59E}" destId="{BBE81839-F401-4440-9B58-431FF4EF156C}" srcOrd="0" destOrd="0" presId="urn:microsoft.com/office/officeart/2008/layout/LinedList"/>
    <dgm:cxn modelId="{BDC4798B-BDDA-4616-BB61-78874FAD8AE9}" type="presParOf" srcId="{D7B22E86-04BC-49B0-BB79-5045CB50D59E}" destId="{FAC5E2C9-C5B3-477C-B1BF-D715DA68B7FF}" srcOrd="1" destOrd="0" presId="urn:microsoft.com/office/officeart/2008/layout/LinedList"/>
    <dgm:cxn modelId="{1875AED0-09E6-49BD-81CB-4699AFF26D91}" type="presParOf" srcId="{CF9AB640-8131-4DBD-AF2C-2ABA46B648C4}" destId="{8C8EA5EC-79DD-4D31-A82E-55F6D7F1FBC5}" srcOrd="8" destOrd="0" presId="urn:microsoft.com/office/officeart/2008/layout/LinedList"/>
    <dgm:cxn modelId="{657E6E3A-EC0D-4280-BE68-A33D092B81CB}" type="presParOf" srcId="{CF9AB640-8131-4DBD-AF2C-2ABA46B648C4}" destId="{A98E8A97-6D99-4D17-BDEF-483BCA3D5B99}" srcOrd="9" destOrd="0" presId="urn:microsoft.com/office/officeart/2008/layout/LinedList"/>
    <dgm:cxn modelId="{B8E7CDB6-DD9A-4B93-84F2-2E0D4BC46FBF}" type="presParOf" srcId="{A98E8A97-6D99-4D17-BDEF-483BCA3D5B99}" destId="{001C4253-2D9E-4D2A-AA39-1E1BB629790E}" srcOrd="0" destOrd="0" presId="urn:microsoft.com/office/officeart/2008/layout/LinedList"/>
    <dgm:cxn modelId="{62BAB7F6-88EF-4A49-ABBF-5E0CAFC93CCD}" type="presParOf" srcId="{A98E8A97-6D99-4D17-BDEF-483BCA3D5B99}" destId="{B1C82833-EC32-413C-AF25-43EE29695370}" srcOrd="1" destOrd="0" presId="urn:microsoft.com/office/officeart/2008/layout/LinedList"/>
    <dgm:cxn modelId="{FC4BA8A0-4D20-4940-A403-353B4E2070FE}" type="presParOf" srcId="{CF9AB640-8131-4DBD-AF2C-2ABA46B648C4}" destId="{EEB86A20-9C0F-4AB3-8764-8B40F8A5EB09}" srcOrd="10" destOrd="0" presId="urn:microsoft.com/office/officeart/2008/layout/LinedList"/>
    <dgm:cxn modelId="{504DB029-791B-4928-920D-E2FA4AE32EA8}" type="presParOf" srcId="{CF9AB640-8131-4DBD-AF2C-2ABA46B648C4}" destId="{439D1A1D-21AB-463C-B8DA-73B1691A7BE1}" srcOrd="11" destOrd="0" presId="urn:microsoft.com/office/officeart/2008/layout/LinedList"/>
    <dgm:cxn modelId="{66E1E8B8-1ECD-42E9-8083-989006B23DA5}" type="presParOf" srcId="{439D1A1D-21AB-463C-B8DA-73B1691A7BE1}" destId="{120B5E1E-B87E-479C-9CC8-5203CC3F1E0B}" srcOrd="0" destOrd="0" presId="urn:microsoft.com/office/officeart/2008/layout/LinedList"/>
    <dgm:cxn modelId="{8235DADC-DE5F-4C76-8518-63E632020B9B}" type="presParOf" srcId="{439D1A1D-21AB-463C-B8DA-73B1691A7BE1}" destId="{35129BB8-574B-4E0E-AB16-EE22AF7BAE9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F414E5-94FC-4E35-9F0E-CD15D9AC8F35}" type="doc">
      <dgm:prSet loTypeId="urn:microsoft.com/office/officeart/2005/8/layout/vList2" loCatId="list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CA458ED-E4DD-4EB0-9458-F6C0FB4D512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/>
            <a:t>Initial topic was too broad (VR in entertainment industry) </a:t>
          </a:r>
        </a:p>
      </dgm:t>
    </dgm:pt>
    <dgm:pt modelId="{7ACBB60C-E165-4001-97A3-5617640BA792}" type="parTrans" cxnId="{BE5B9F9C-9581-443D-A369-7E4C666D4E7F}">
      <dgm:prSet/>
      <dgm:spPr/>
      <dgm:t>
        <a:bodyPr/>
        <a:lstStyle/>
        <a:p>
          <a:endParaRPr lang="en-GB"/>
        </a:p>
      </dgm:t>
    </dgm:pt>
    <dgm:pt modelId="{F53B1440-C46B-421B-9B0B-9BA016331CA9}" type="sibTrans" cxnId="{BE5B9F9C-9581-443D-A369-7E4C666D4E7F}">
      <dgm:prSet/>
      <dgm:spPr/>
      <dgm:t>
        <a:bodyPr/>
        <a:lstStyle/>
        <a:p>
          <a:endParaRPr lang="en-GB"/>
        </a:p>
      </dgm:t>
    </dgm:pt>
    <dgm:pt modelId="{D1A71953-4D22-4A9D-A800-60D3EAD6C19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/>
            <a:t>Difficulty narrowing focus to a specific research area </a:t>
          </a:r>
        </a:p>
      </dgm:t>
    </dgm:pt>
    <dgm:pt modelId="{7D548256-6A63-4D72-8253-B2BA917A5F50}" type="parTrans" cxnId="{9626DA23-BA16-41D7-A5EB-C347E0EE9D71}">
      <dgm:prSet/>
      <dgm:spPr/>
      <dgm:t>
        <a:bodyPr/>
        <a:lstStyle/>
        <a:p>
          <a:endParaRPr lang="en-GB"/>
        </a:p>
      </dgm:t>
    </dgm:pt>
    <dgm:pt modelId="{130FBB3B-C773-4CB6-8B00-26F08433CFC4}" type="sibTrans" cxnId="{9626DA23-BA16-41D7-A5EB-C347E0EE9D71}">
      <dgm:prSet/>
      <dgm:spPr/>
      <dgm:t>
        <a:bodyPr/>
        <a:lstStyle/>
        <a:p>
          <a:endParaRPr lang="en-GB"/>
        </a:p>
      </dgm:t>
    </dgm:pt>
    <dgm:pt modelId="{6C5FEB1D-8D54-4211-8878-DD8D48898B9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/>
            <a:t>Academic sources were complex and difficult to understand </a:t>
          </a:r>
        </a:p>
      </dgm:t>
    </dgm:pt>
    <dgm:pt modelId="{561C94FC-0191-4FDC-B44E-5A3567119B84}" type="parTrans" cxnId="{F32DC1E6-B049-4447-A921-6A5A033B3930}">
      <dgm:prSet/>
      <dgm:spPr/>
      <dgm:t>
        <a:bodyPr/>
        <a:lstStyle/>
        <a:p>
          <a:endParaRPr lang="en-GB"/>
        </a:p>
      </dgm:t>
    </dgm:pt>
    <dgm:pt modelId="{9DAF1B51-617A-475D-AFC8-7DACB9A40A43}" type="sibTrans" cxnId="{F32DC1E6-B049-4447-A921-6A5A033B3930}">
      <dgm:prSet/>
      <dgm:spPr/>
      <dgm:t>
        <a:bodyPr/>
        <a:lstStyle/>
        <a:p>
          <a:endParaRPr lang="en-GB"/>
        </a:p>
      </dgm:t>
    </dgm:pt>
    <dgm:pt modelId="{F9BB6A6E-0B07-4BD8-AD1F-F1E92E82D6F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/>
            <a:t>Large number of sources made selection challenging </a:t>
          </a:r>
        </a:p>
      </dgm:t>
    </dgm:pt>
    <dgm:pt modelId="{DAA5BA69-B61A-4DCD-8CF6-5C500F1F9A13}" type="parTrans" cxnId="{C1D02BE6-B06E-45B4-9A0F-5E7B7A567C1F}">
      <dgm:prSet/>
      <dgm:spPr/>
      <dgm:t>
        <a:bodyPr/>
        <a:lstStyle/>
        <a:p>
          <a:endParaRPr lang="en-GB"/>
        </a:p>
      </dgm:t>
    </dgm:pt>
    <dgm:pt modelId="{7BC8230C-84CA-4894-9B9E-7BD59C3B49B0}" type="sibTrans" cxnId="{C1D02BE6-B06E-45B4-9A0F-5E7B7A567C1F}">
      <dgm:prSet/>
      <dgm:spPr/>
      <dgm:t>
        <a:bodyPr/>
        <a:lstStyle/>
        <a:p>
          <a:endParaRPr lang="en-GB"/>
        </a:p>
      </dgm:t>
    </dgm:pt>
    <dgm:pt modelId="{87EB9BCD-E6C6-471C-A2BC-995CDD5CAB7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/>
            <a:t>Lack of confidence in forming clear research questions </a:t>
          </a:r>
        </a:p>
      </dgm:t>
    </dgm:pt>
    <dgm:pt modelId="{6D7BCAA9-73B8-46AD-9FE5-8D3E95320C2D}" type="parTrans" cxnId="{123635FB-0046-4BCB-977D-3E0B25C4A43B}">
      <dgm:prSet/>
      <dgm:spPr/>
      <dgm:t>
        <a:bodyPr/>
        <a:lstStyle/>
        <a:p>
          <a:endParaRPr lang="en-GB"/>
        </a:p>
      </dgm:t>
    </dgm:pt>
    <dgm:pt modelId="{4A9BD617-713F-4C71-8F33-264640B284EA}" type="sibTrans" cxnId="{123635FB-0046-4BCB-977D-3E0B25C4A43B}">
      <dgm:prSet/>
      <dgm:spPr/>
      <dgm:t>
        <a:bodyPr/>
        <a:lstStyle/>
        <a:p>
          <a:endParaRPr lang="en-GB"/>
        </a:p>
      </dgm:t>
    </dgm:pt>
    <dgm:pt modelId="{4A3BF636-E52C-4FC5-870B-D7D1496E0BE3}" type="pres">
      <dgm:prSet presAssocID="{0FF414E5-94FC-4E35-9F0E-CD15D9AC8F35}" presName="linear" presStyleCnt="0">
        <dgm:presLayoutVars>
          <dgm:animLvl val="lvl"/>
          <dgm:resizeHandles val="exact"/>
        </dgm:presLayoutVars>
      </dgm:prSet>
      <dgm:spPr/>
    </dgm:pt>
    <dgm:pt modelId="{50F92764-AEF2-4344-A2CF-C8DE718C4838}" type="pres">
      <dgm:prSet presAssocID="{0CA458ED-E4DD-4EB0-9458-F6C0FB4D512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1CF8ECD-D7C7-4A2B-873C-2C1168007062}" type="pres">
      <dgm:prSet presAssocID="{F53B1440-C46B-421B-9B0B-9BA016331CA9}" presName="spacer" presStyleCnt="0"/>
      <dgm:spPr/>
    </dgm:pt>
    <dgm:pt modelId="{C3A86B22-9869-4787-9353-C4A520012820}" type="pres">
      <dgm:prSet presAssocID="{D1A71953-4D22-4A9D-A800-60D3EAD6C19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E59EBD3-DBA6-4102-867C-E3F437A73B02}" type="pres">
      <dgm:prSet presAssocID="{130FBB3B-C773-4CB6-8B00-26F08433CFC4}" presName="spacer" presStyleCnt="0"/>
      <dgm:spPr/>
    </dgm:pt>
    <dgm:pt modelId="{F82DDC8C-0B15-4D69-982C-A74EECB8AB75}" type="pres">
      <dgm:prSet presAssocID="{6C5FEB1D-8D54-4211-8878-DD8D48898B9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B22B517-5293-45DB-94C1-B77FA47EA7C2}" type="pres">
      <dgm:prSet presAssocID="{9DAF1B51-617A-475D-AFC8-7DACB9A40A43}" presName="spacer" presStyleCnt="0"/>
      <dgm:spPr/>
    </dgm:pt>
    <dgm:pt modelId="{B419D6D7-C107-4A07-AECD-36E71BDD0289}" type="pres">
      <dgm:prSet presAssocID="{F9BB6A6E-0B07-4BD8-AD1F-F1E92E82D6F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7C851C8-71FF-4202-88D1-2FB83EA6C669}" type="pres">
      <dgm:prSet presAssocID="{7BC8230C-84CA-4894-9B9E-7BD59C3B49B0}" presName="spacer" presStyleCnt="0"/>
      <dgm:spPr/>
    </dgm:pt>
    <dgm:pt modelId="{F0FD0E48-8152-44AD-A457-2C8C9841748A}" type="pres">
      <dgm:prSet presAssocID="{87EB9BCD-E6C6-471C-A2BC-995CDD5CAB73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E860E915-F26C-4E72-8ACA-1567394D205D}" type="presOf" srcId="{87EB9BCD-E6C6-471C-A2BC-995CDD5CAB73}" destId="{F0FD0E48-8152-44AD-A457-2C8C9841748A}" srcOrd="0" destOrd="0" presId="urn:microsoft.com/office/officeart/2005/8/layout/vList2"/>
    <dgm:cxn modelId="{9DEE6419-2F2B-4838-837B-44B5FDB07042}" type="presOf" srcId="{0FF414E5-94FC-4E35-9F0E-CD15D9AC8F35}" destId="{4A3BF636-E52C-4FC5-870B-D7D1496E0BE3}" srcOrd="0" destOrd="0" presId="urn:microsoft.com/office/officeart/2005/8/layout/vList2"/>
    <dgm:cxn modelId="{9626DA23-BA16-41D7-A5EB-C347E0EE9D71}" srcId="{0FF414E5-94FC-4E35-9F0E-CD15D9AC8F35}" destId="{D1A71953-4D22-4A9D-A800-60D3EAD6C19B}" srcOrd="1" destOrd="0" parTransId="{7D548256-6A63-4D72-8253-B2BA917A5F50}" sibTransId="{130FBB3B-C773-4CB6-8B00-26F08433CFC4}"/>
    <dgm:cxn modelId="{E99A305A-2ECE-4072-8A49-603EB2475983}" type="presOf" srcId="{6C5FEB1D-8D54-4211-8878-DD8D48898B96}" destId="{F82DDC8C-0B15-4D69-982C-A74EECB8AB75}" srcOrd="0" destOrd="0" presId="urn:microsoft.com/office/officeart/2005/8/layout/vList2"/>
    <dgm:cxn modelId="{63B9EF8D-7D98-42A8-8845-2BD995022A8B}" type="presOf" srcId="{D1A71953-4D22-4A9D-A800-60D3EAD6C19B}" destId="{C3A86B22-9869-4787-9353-C4A520012820}" srcOrd="0" destOrd="0" presId="urn:microsoft.com/office/officeart/2005/8/layout/vList2"/>
    <dgm:cxn modelId="{BE5B9F9C-9581-443D-A369-7E4C666D4E7F}" srcId="{0FF414E5-94FC-4E35-9F0E-CD15D9AC8F35}" destId="{0CA458ED-E4DD-4EB0-9458-F6C0FB4D5121}" srcOrd="0" destOrd="0" parTransId="{7ACBB60C-E165-4001-97A3-5617640BA792}" sibTransId="{F53B1440-C46B-421B-9B0B-9BA016331CA9}"/>
    <dgm:cxn modelId="{C1D02BE6-B06E-45B4-9A0F-5E7B7A567C1F}" srcId="{0FF414E5-94FC-4E35-9F0E-CD15D9AC8F35}" destId="{F9BB6A6E-0B07-4BD8-AD1F-F1E92E82D6F4}" srcOrd="3" destOrd="0" parTransId="{DAA5BA69-B61A-4DCD-8CF6-5C500F1F9A13}" sibTransId="{7BC8230C-84CA-4894-9B9E-7BD59C3B49B0}"/>
    <dgm:cxn modelId="{F32DC1E6-B049-4447-A921-6A5A033B3930}" srcId="{0FF414E5-94FC-4E35-9F0E-CD15D9AC8F35}" destId="{6C5FEB1D-8D54-4211-8878-DD8D48898B96}" srcOrd="2" destOrd="0" parTransId="{561C94FC-0191-4FDC-B44E-5A3567119B84}" sibTransId="{9DAF1B51-617A-475D-AFC8-7DACB9A40A43}"/>
    <dgm:cxn modelId="{1423BEF6-CE7A-4DA2-8181-E22C98B38DBA}" type="presOf" srcId="{F9BB6A6E-0B07-4BD8-AD1F-F1E92E82D6F4}" destId="{B419D6D7-C107-4A07-AECD-36E71BDD0289}" srcOrd="0" destOrd="0" presId="urn:microsoft.com/office/officeart/2005/8/layout/vList2"/>
    <dgm:cxn modelId="{CA75E1F6-BD85-437C-A8B5-69DC9480650D}" type="presOf" srcId="{0CA458ED-E4DD-4EB0-9458-F6C0FB4D5121}" destId="{50F92764-AEF2-4344-A2CF-C8DE718C4838}" srcOrd="0" destOrd="0" presId="urn:microsoft.com/office/officeart/2005/8/layout/vList2"/>
    <dgm:cxn modelId="{123635FB-0046-4BCB-977D-3E0B25C4A43B}" srcId="{0FF414E5-94FC-4E35-9F0E-CD15D9AC8F35}" destId="{87EB9BCD-E6C6-471C-A2BC-995CDD5CAB73}" srcOrd="4" destOrd="0" parTransId="{6D7BCAA9-73B8-46AD-9FE5-8D3E95320C2D}" sibTransId="{4A9BD617-713F-4C71-8F33-264640B284EA}"/>
    <dgm:cxn modelId="{7EB631DC-4076-4EE1-9859-38A1314DB60A}" type="presParOf" srcId="{4A3BF636-E52C-4FC5-870B-D7D1496E0BE3}" destId="{50F92764-AEF2-4344-A2CF-C8DE718C4838}" srcOrd="0" destOrd="0" presId="urn:microsoft.com/office/officeart/2005/8/layout/vList2"/>
    <dgm:cxn modelId="{08A1E28A-576D-41C0-B2CE-8B5B9E0231BF}" type="presParOf" srcId="{4A3BF636-E52C-4FC5-870B-D7D1496E0BE3}" destId="{E1CF8ECD-D7C7-4A2B-873C-2C1168007062}" srcOrd="1" destOrd="0" presId="urn:microsoft.com/office/officeart/2005/8/layout/vList2"/>
    <dgm:cxn modelId="{7466DC66-FAAC-40A7-B2C1-A44A69D4581A}" type="presParOf" srcId="{4A3BF636-E52C-4FC5-870B-D7D1496E0BE3}" destId="{C3A86B22-9869-4787-9353-C4A520012820}" srcOrd="2" destOrd="0" presId="urn:microsoft.com/office/officeart/2005/8/layout/vList2"/>
    <dgm:cxn modelId="{98CCFC1F-2068-4A64-BF9B-0D071D05DF83}" type="presParOf" srcId="{4A3BF636-E52C-4FC5-870B-D7D1496E0BE3}" destId="{9E59EBD3-DBA6-4102-867C-E3F437A73B02}" srcOrd="3" destOrd="0" presId="urn:microsoft.com/office/officeart/2005/8/layout/vList2"/>
    <dgm:cxn modelId="{80F71373-63C2-4459-BD30-1C1D06A7AF85}" type="presParOf" srcId="{4A3BF636-E52C-4FC5-870B-D7D1496E0BE3}" destId="{F82DDC8C-0B15-4D69-982C-A74EECB8AB75}" srcOrd="4" destOrd="0" presId="urn:microsoft.com/office/officeart/2005/8/layout/vList2"/>
    <dgm:cxn modelId="{1A1597A6-5206-49A9-8B16-9CDD28F782DB}" type="presParOf" srcId="{4A3BF636-E52C-4FC5-870B-D7D1496E0BE3}" destId="{7B22B517-5293-45DB-94C1-B77FA47EA7C2}" srcOrd="5" destOrd="0" presId="urn:microsoft.com/office/officeart/2005/8/layout/vList2"/>
    <dgm:cxn modelId="{752A6A4A-B698-4090-818C-F636439E0D7B}" type="presParOf" srcId="{4A3BF636-E52C-4FC5-870B-D7D1496E0BE3}" destId="{B419D6D7-C107-4A07-AECD-36E71BDD0289}" srcOrd="6" destOrd="0" presId="urn:microsoft.com/office/officeart/2005/8/layout/vList2"/>
    <dgm:cxn modelId="{DBD6604D-3926-44E1-88F1-C78FE95F0AFD}" type="presParOf" srcId="{4A3BF636-E52C-4FC5-870B-D7D1496E0BE3}" destId="{D7C851C8-71FF-4202-88D1-2FB83EA6C669}" srcOrd="7" destOrd="0" presId="urn:microsoft.com/office/officeart/2005/8/layout/vList2"/>
    <dgm:cxn modelId="{5D36690D-5814-466C-83DC-0014A9A7B132}" type="presParOf" srcId="{4A3BF636-E52C-4FC5-870B-D7D1496E0BE3}" destId="{F0FD0E48-8152-44AD-A457-2C8C9841748A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AC863DA-D387-49AB-ABAC-BE870764C4D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8B78D33-FD43-40FE-B8F6-E4BBFEBE314C}">
      <dgm:prSet/>
      <dgm:spPr/>
      <dgm:t>
        <a:bodyPr/>
        <a:lstStyle/>
        <a:p>
          <a:pPr>
            <a:buNone/>
          </a:pPr>
          <a:r>
            <a:rPr lang="en-GB" b="1"/>
            <a:t>Initial Questions:</a:t>
          </a:r>
          <a:endParaRPr lang="en-GB"/>
        </a:p>
      </dgm:t>
    </dgm:pt>
    <dgm:pt modelId="{3E24F420-D169-4925-9BD5-3A170717E159}" type="parTrans" cxnId="{4DE74790-303A-49F0-B540-A09EFA2CAA7C}">
      <dgm:prSet/>
      <dgm:spPr/>
      <dgm:t>
        <a:bodyPr/>
        <a:lstStyle/>
        <a:p>
          <a:endParaRPr lang="en-GB"/>
        </a:p>
      </dgm:t>
    </dgm:pt>
    <dgm:pt modelId="{C373FAE0-F0B5-4587-8DA3-4C81274BB89C}" type="sibTrans" cxnId="{4DE74790-303A-49F0-B540-A09EFA2CAA7C}">
      <dgm:prSet/>
      <dgm:spPr/>
      <dgm:t>
        <a:bodyPr/>
        <a:lstStyle/>
        <a:p>
          <a:endParaRPr lang="en-GB"/>
        </a:p>
      </dgm:t>
    </dgm:pt>
    <dgm:pt modelId="{6F3CDFD8-32F8-43BE-AC72-7A5F8BFCA10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/>
            <a:t>How has VR developed in the entertainment industry? </a:t>
          </a:r>
        </a:p>
      </dgm:t>
    </dgm:pt>
    <dgm:pt modelId="{A8C4D018-C8C9-4820-BF15-0351FDBAAE26}" type="parTrans" cxnId="{AF746380-D1B0-4498-928C-1E9DC22D972F}">
      <dgm:prSet/>
      <dgm:spPr/>
      <dgm:t>
        <a:bodyPr/>
        <a:lstStyle/>
        <a:p>
          <a:endParaRPr lang="en-GB"/>
        </a:p>
      </dgm:t>
    </dgm:pt>
    <dgm:pt modelId="{6A54BAE2-FDDE-420B-BDC5-CAF0BD470A7B}" type="sibTrans" cxnId="{AF746380-D1B0-4498-928C-1E9DC22D972F}">
      <dgm:prSet/>
      <dgm:spPr/>
      <dgm:t>
        <a:bodyPr/>
        <a:lstStyle/>
        <a:p>
          <a:endParaRPr lang="en-GB"/>
        </a:p>
      </dgm:t>
    </dgm:pt>
    <dgm:pt modelId="{8567F22D-00F0-44AA-A9FE-BA7542C9D80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/>
            <a:t>What factors contributed to its popularity? </a:t>
          </a:r>
        </a:p>
      </dgm:t>
    </dgm:pt>
    <dgm:pt modelId="{DD397D81-443B-4947-86B4-6D0D461CCF4A}" type="parTrans" cxnId="{D94EE690-9C8E-4AFB-87F7-1AB2C70D2EB0}">
      <dgm:prSet/>
      <dgm:spPr/>
      <dgm:t>
        <a:bodyPr/>
        <a:lstStyle/>
        <a:p>
          <a:endParaRPr lang="en-GB"/>
        </a:p>
      </dgm:t>
    </dgm:pt>
    <dgm:pt modelId="{1426E410-8A64-409B-84D8-F1F5FF89D07A}" type="sibTrans" cxnId="{D94EE690-9C8E-4AFB-87F7-1AB2C70D2EB0}">
      <dgm:prSet/>
      <dgm:spPr/>
      <dgm:t>
        <a:bodyPr/>
        <a:lstStyle/>
        <a:p>
          <a:endParaRPr lang="en-GB"/>
        </a:p>
      </dgm:t>
    </dgm:pt>
    <dgm:pt modelId="{FAADB57F-2623-4B5B-8B63-41290D370742}">
      <dgm:prSet/>
      <dgm:spPr/>
      <dgm:t>
        <a:bodyPr/>
        <a:lstStyle/>
        <a:p>
          <a:pPr>
            <a:buNone/>
          </a:pPr>
          <a:r>
            <a:rPr lang="en-GB" b="1"/>
            <a:t>Final Questions:</a:t>
          </a:r>
          <a:endParaRPr lang="en-GB"/>
        </a:p>
      </dgm:t>
    </dgm:pt>
    <dgm:pt modelId="{7EA9DB82-DA8B-410A-91A9-F414FE5C4A7C}" type="parTrans" cxnId="{DBA5910B-A851-43A7-A658-4478DEFC9E9A}">
      <dgm:prSet/>
      <dgm:spPr/>
      <dgm:t>
        <a:bodyPr/>
        <a:lstStyle/>
        <a:p>
          <a:endParaRPr lang="en-GB"/>
        </a:p>
      </dgm:t>
    </dgm:pt>
    <dgm:pt modelId="{A788807A-437A-4A06-961E-AE719803BA44}" type="sibTrans" cxnId="{DBA5910B-A851-43A7-A658-4478DEFC9E9A}">
      <dgm:prSet/>
      <dgm:spPr/>
      <dgm:t>
        <a:bodyPr/>
        <a:lstStyle/>
        <a:p>
          <a:endParaRPr lang="en-GB"/>
        </a:p>
      </dgm:t>
    </dgm:pt>
    <dgm:pt modelId="{ECD3D7BE-0216-42A1-9669-A552D1E6D4B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/>
            <a:t>To what extent does prolonged VR use affect postural stability? </a:t>
          </a:r>
        </a:p>
      </dgm:t>
    </dgm:pt>
    <dgm:pt modelId="{4EB6BCA4-9C3E-4609-B382-7A5645BDC926}" type="parTrans" cxnId="{7838CCE7-6825-4DE1-91E3-6BA33BD076FD}">
      <dgm:prSet/>
      <dgm:spPr/>
      <dgm:t>
        <a:bodyPr/>
        <a:lstStyle/>
        <a:p>
          <a:endParaRPr lang="en-GB"/>
        </a:p>
      </dgm:t>
    </dgm:pt>
    <dgm:pt modelId="{4CA30769-7B4E-4860-9324-3BA7D60C6316}" type="sibTrans" cxnId="{7838CCE7-6825-4DE1-91E3-6BA33BD076FD}">
      <dgm:prSet/>
      <dgm:spPr/>
      <dgm:t>
        <a:bodyPr/>
        <a:lstStyle/>
        <a:p>
          <a:endParaRPr lang="en-GB"/>
        </a:p>
      </dgm:t>
    </dgm:pt>
    <dgm:pt modelId="{052EB378-A1F9-4D6B-B3DC-C0706C892BF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/>
            <a:t>How does VR affect spatial awareness and distance judgement? </a:t>
          </a:r>
        </a:p>
      </dgm:t>
    </dgm:pt>
    <dgm:pt modelId="{4930A7EE-C383-42CA-984B-2401D6BE31DA}" type="parTrans" cxnId="{21BD6FB0-D432-4F37-8C93-84CC9BA9BD0C}">
      <dgm:prSet/>
      <dgm:spPr/>
      <dgm:t>
        <a:bodyPr/>
        <a:lstStyle/>
        <a:p>
          <a:endParaRPr lang="en-GB"/>
        </a:p>
      </dgm:t>
    </dgm:pt>
    <dgm:pt modelId="{3A39FAD8-EE0D-4A88-93C1-6B6FEB1CCBE6}" type="sibTrans" cxnId="{21BD6FB0-D432-4F37-8C93-84CC9BA9BD0C}">
      <dgm:prSet/>
      <dgm:spPr/>
      <dgm:t>
        <a:bodyPr/>
        <a:lstStyle/>
        <a:p>
          <a:endParaRPr lang="en-GB"/>
        </a:p>
      </dgm:t>
    </dgm:pt>
    <dgm:pt modelId="{C9025183-083A-40F5-9FF2-0B89D85B685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/>
            <a:t>Do experienced users show fewer effects than first-time users? </a:t>
          </a:r>
        </a:p>
      </dgm:t>
    </dgm:pt>
    <dgm:pt modelId="{365ED435-E965-4C97-B10B-897E873A0611}" type="parTrans" cxnId="{3FB6FBF0-2482-42E7-B8DD-88E41FEBC46A}">
      <dgm:prSet/>
      <dgm:spPr/>
      <dgm:t>
        <a:bodyPr/>
        <a:lstStyle/>
        <a:p>
          <a:endParaRPr lang="en-GB"/>
        </a:p>
      </dgm:t>
    </dgm:pt>
    <dgm:pt modelId="{A8225234-D38F-4BD3-BD55-E7042A2952DC}" type="sibTrans" cxnId="{3FB6FBF0-2482-42E7-B8DD-88E41FEBC46A}">
      <dgm:prSet/>
      <dgm:spPr/>
      <dgm:t>
        <a:bodyPr/>
        <a:lstStyle/>
        <a:p>
          <a:endParaRPr lang="en-GB"/>
        </a:p>
      </dgm:t>
    </dgm:pt>
    <dgm:pt modelId="{FA1A8172-9688-4F2D-8056-7A190C8BBF1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/>
            <a:t>Focus refined from general VR growth to physiological effects </a:t>
          </a:r>
        </a:p>
      </dgm:t>
    </dgm:pt>
    <dgm:pt modelId="{82BDF686-2905-413F-906F-802E3D75E09B}" type="parTrans" cxnId="{E490F969-1E59-4247-B593-4BF33399E291}">
      <dgm:prSet/>
      <dgm:spPr/>
      <dgm:t>
        <a:bodyPr/>
        <a:lstStyle/>
        <a:p>
          <a:endParaRPr lang="en-GB"/>
        </a:p>
      </dgm:t>
    </dgm:pt>
    <dgm:pt modelId="{DB4049F6-1D5D-4E74-900A-5CFA63F593FF}" type="sibTrans" cxnId="{E490F969-1E59-4247-B593-4BF33399E291}">
      <dgm:prSet/>
      <dgm:spPr/>
      <dgm:t>
        <a:bodyPr/>
        <a:lstStyle/>
        <a:p>
          <a:endParaRPr lang="en-GB"/>
        </a:p>
      </dgm:t>
    </dgm:pt>
    <dgm:pt modelId="{BB443170-752F-44BB-ADCA-7FEDBF02FF5B}" type="pres">
      <dgm:prSet presAssocID="{9AC863DA-D387-49AB-ABAC-BE870764C4D1}" presName="linear" presStyleCnt="0">
        <dgm:presLayoutVars>
          <dgm:animLvl val="lvl"/>
          <dgm:resizeHandles val="exact"/>
        </dgm:presLayoutVars>
      </dgm:prSet>
      <dgm:spPr/>
    </dgm:pt>
    <dgm:pt modelId="{C8B7FAE3-A0EC-443B-ADF9-962C53627443}" type="pres">
      <dgm:prSet presAssocID="{C8B78D33-FD43-40FE-B8F6-E4BBFEBE314C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6E696D00-1697-4291-BA5B-42E97077DC97}" type="pres">
      <dgm:prSet presAssocID="{C373FAE0-F0B5-4587-8DA3-4C81274BB89C}" presName="spacer" presStyleCnt="0"/>
      <dgm:spPr/>
    </dgm:pt>
    <dgm:pt modelId="{00C57E8E-C81E-4511-8F51-F171808D24B2}" type="pres">
      <dgm:prSet presAssocID="{6F3CDFD8-32F8-43BE-AC72-7A5F8BFCA102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3C12D028-6D65-42D2-AE2A-D1B71E0C271F}" type="pres">
      <dgm:prSet presAssocID="{6A54BAE2-FDDE-420B-BDC5-CAF0BD470A7B}" presName="spacer" presStyleCnt="0"/>
      <dgm:spPr/>
    </dgm:pt>
    <dgm:pt modelId="{C666BF89-77CC-4F31-A693-22B1925FAC08}" type="pres">
      <dgm:prSet presAssocID="{8567F22D-00F0-44AA-A9FE-BA7542C9D80E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0A1A46F3-9706-43B7-AE11-D7E752E081CD}" type="pres">
      <dgm:prSet presAssocID="{1426E410-8A64-409B-84D8-F1F5FF89D07A}" presName="spacer" presStyleCnt="0"/>
      <dgm:spPr/>
    </dgm:pt>
    <dgm:pt modelId="{4F0AB6E3-EB30-4980-95E9-302EEF4F3221}" type="pres">
      <dgm:prSet presAssocID="{FAADB57F-2623-4B5B-8B63-41290D370742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4D6DA3EC-F099-4300-A3BA-B8FBA6B2ED1F}" type="pres">
      <dgm:prSet presAssocID="{A788807A-437A-4A06-961E-AE719803BA44}" presName="spacer" presStyleCnt="0"/>
      <dgm:spPr/>
    </dgm:pt>
    <dgm:pt modelId="{AC5C9BB4-153E-413F-BFCD-F6271640AC1C}" type="pres">
      <dgm:prSet presAssocID="{ECD3D7BE-0216-42A1-9669-A552D1E6D4B3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56FB40F9-8950-4409-AA6D-B3DCB6D876B1}" type="pres">
      <dgm:prSet presAssocID="{4CA30769-7B4E-4860-9324-3BA7D60C6316}" presName="spacer" presStyleCnt="0"/>
      <dgm:spPr/>
    </dgm:pt>
    <dgm:pt modelId="{8846FAC8-7F2D-4552-8D29-F1C6048EACC3}" type="pres">
      <dgm:prSet presAssocID="{052EB378-A1F9-4D6B-B3DC-C0706C892BF5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981458DE-E55E-4324-8B4F-3B7C75957497}" type="pres">
      <dgm:prSet presAssocID="{3A39FAD8-EE0D-4A88-93C1-6B6FEB1CCBE6}" presName="spacer" presStyleCnt="0"/>
      <dgm:spPr/>
    </dgm:pt>
    <dgm:pt modelId="{764A1D3A-2F58-419E-B42E-944B3FFFF392}" type="pres">
      <dgm:prSet presAssocID="{C9025183-083A-40F5-9FF2-0B89D85B6853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9FD56E3C-C025-4165-8BE4-2ADF423FB1F8}" type="pres">
      <dgm:prSet presAssocID="{A8225234-D38F-4BD3-BD55-E7042A2952DC}" presName="spacer" presStyleCnt="0"/>
      <dgm:spPr/>
    </dgm:pt>
    <dgm:pt modelId="{C0CB5753-B2C1-4349-8CB6-AA644F962714}" type="pres">
      <dgm:prSet presAssocID="{FA1A8172-9688-4F2D-8056-7A190C8BBF1F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DBA5910B-A851-43A7-A658-4478DEFC9E9A}" srcId="{9AC863DA-D387-49AB-ABAC-BE870764C4D1}" destId="{FAADB57F-2623-4B5B-8B63-41290D370742}" srcOrd="3" destOrd="0" parTransId="{7EA9DB82-DA8B-410A-91A9-F414FE5C4A7C}" sibTransId="{A788807A-437A-4A06-961E-AE719803BA44}"/>
    <dgm:cxn modelId="{0B7D005D-CA6A-4D8A-BC3C-A43E1255406F}" type="presOf" srcId="{6F3CDFD8-32F8-43BE-AC72-7A5F8BFCA102}" destId="{00C57E8E-C81E-4511-8F51-F171808D24B2}" srcOrd="0" destOrd="0" presId="urn:microsoft.com/office/officeart/2005/8/layout/vList2"/>
    <dgm:cxn modelId="{5AD1A864-EE02-489F-B6CC-18EE42FF2ECD}" type="presOf" srcId="{FA1A8172-9688-4F2D-8056-7A190C8BBF1F}" destId="{C0CB5753-B2C1-4349-8CB6-AA644F962714}" srcOrd="0" destOrd="0" presId="urn:microsoft.com/office/officeart/2005/8/layout/vList2"/>
    <dgm:cxn modelId="{E490F969-1E59-4247-B593-4BF33399E291}" srcId="{9AC863DA-D387-49AB-ABAC-BE870764C4D1}" destId="{FA1A8172-9688-4F2D-8056-7A190C8BBF1F}" srcOrd="7" destOrd="0" parTransId="{82BDF686-2905-413F-906F-802E3D75E09B}" sibTransId="{DB4049F6-1D5D-4E74-900A-5CFA63F593FF}"/>
    <dgm:cxn modelId="{F3F13172-3A8B-4878-88C8-89AB9B62E08A}" type="presOf" srcId="{ECD3D7BE-0216-42A1-9669-A552D1E6D4B3}" destId="{AC5C9BB4-153E-413F-BFCD-F6271640AC1C}" srcOrd="0" destOrd="0" presId="urn:microsoft.com/office/officeart/2005/8/layout/vList2"/>
    <dgm:cxn modelId="{A533B053-C674-4488-A857-5C9FDCFC4BAE}" type="presOf" srcId="{9AC863DA-D387-49AB-ABAC-BE870764C4D1}" destId="{BB443170-752F-44BB-ADCA-7FEDBF02FF5B}" srcOrd="0" destOrd="0" presId="urn:microsoft.com/office/officeart/2005/8/layout/vList2"/>
    <dgm:cxn modelId="{0EB9F979-5688-4BB1-8C33-DECA499B63ED}" type="presOf" srcId="{FAADB57F-2623-4B5B-8B63-41290D370742}" destId="{4F0AB6E3-EB30-4980-95E9-302EEF4F3221}" srcOrd="0" destOrd="0" presId="urn:microsoft.com/office/officeart/2005/8/layout/vList2"/>
    <dgm:cxn modelId="{AF746380-D1B0-4498-928C-1E9DC22D972F}" srcId="{9AC863DA-D387-49AB-ABAC-BE870764C4D1}" destId="{6F3CDFD8-32F8-43BE-AC72-7A5F8BFCA102}" srcOrd="1" destOrd="0" parTransId="{A8C4D018-C8C9-4820-BF15-0351FDBAAE26}" sibTransId="{6A54BAE2-FDDE-420B-BDC5-CAF0BD470A7B}"/>
    <dgm:cxn modelId="{731C5080-429A-408F-B447-0C7D99DF49B2}" type="presOf" srcId="{C8B78D33-FD43-40FE-B8F6-E4BBFEBE314C}" destId="{C8B7FAE3-A0EC-443B-ADF9-962C53627443}" srcOrd="0" destOrd="0" presId="urn:microsoft.com/office/officeart/2005/8/layout/vList2"/>
    <dgm:cxn modelId="{4DE74790-303A-49F0-B540-A09EFA2CAA7C}" srcId="{9AC863DA-D387-49AB-ABAC-BE870764C4D1}" destId="{C8B78D33-FD43-40FE-B8F6-E4BBFEBE314C}" srcOrd="0" destOrd="0" parTransId="{3E24F420-D169-4925-9BD5-3A170717E159}" sibTransId="{C373FAE0-F0B5-4587-8DA3-4C81274BB89C}"/>
    <dgm:cxn modelId="{D94EE690-9C8E-4AFB-87F7-1AB2C70D2EB0}" srcId="{9AC863DA-D387-49AB-ABAC-BE870764C4D1}" destId="{8567F22D-00F0-44AA-A9FE-BA7542C9D80E}" srcOrd="2" destOrd="0" parTransId="{DD397D81-443B-4947-86B4-6D0D461CCF4A}" sibTransId="{1426E410-8A64-409B-84D8-F1F5FF89D07A}"/>
    <dgm:cxn modelId="{CD07FBA8-8AC5-442D-ADAC-C4A62F4A4F4C}" type="presOf" srcId="{8567F22D-00F0-44AA-A9FE-BA7542C9D80E}" destId="{C666BF89-77CC-4F31-A693-22B1925FAC08}" srcOrd="0" destOrd="0" presId="urn:microsoft.com/office/officeart/2005/8/layout/vList2"/>
    <dgm:cxn modelId="{5AE5FFAB-17D3-4C75-B237-62B9FC314783}" type="presOf" srcId="{052EB378-A1F9-4D6B-B3DC-C0706C892BF5}" destId="{8846FAC8-7F2D-4552-8D29-F1C6048EACC3}" srcOrd="0" destOrd="0" presId="urn:microsoft.com/office/officeart/2005/8/layout/vList2"/>
    <dgm:cxn modelId="{21BD6FB0-D432-4F37-8C93-84CC9BA9BD0C}" srcId="{9AC863DA-D387-49AB-ABAC-BE870764C4D1}" destId="{052EB378-A1F9-4D6B-B3DC-C0706C892BF5}" srcOrd="5" destOrd="0" parTransId="{4930A7EE-C383-42CA-984B-2401D6BE31DA}" sibTransId="{3A39FAD8-EE0D-4A88-93C1-6B6FEB1CCBE6}"/>
    <dgm:cxn modelId="{A4B0A5E3-9107-4E29-8959-2D20BC5007FB}" type="presOf" srcId="{C9025183-083A-40F5-9FF2-0B89D85B6853}" destId="{764A1D3A-2F58-419E-B42E-944B3FFFF392}" srcOrd="0" destOrd="0" presId="urn:microsoft.com/office/officeart/2005/8/layout/vList2"/>
    <dgm:cxn modelId="{7838CCE7-6825-4DE1-91E3-6BA33BD076FD}" srcId="{9AC863DA-D387-49AB-ABAC-BE870764C4D1}" destId="{ECD3D7BE-0216-42A1-9669-A552D1E6D4B3}" srcOrd="4" destOrd="0" parTransId="{4EB6BCA4-9C3E-4609-B382-7A5645BDC926}" sibTransId="{4CA30769-7B4E-4860-9324-3BA7D60C6316}"/>
    <dgm:cxn modelId="{3FB6FBF0-2482-42E7-B8DD-88E41FEBC46A}" srcId="{9AC863DA-D387-49AB-ABAC-BE870764C4D1}" destId="{C9025183-083A-40F5-9FF2-0B89D85B6853}" srcOrd="6" destOrd="0" parTransId="{365ED435-E965-4C97-B10B-897E873A0611}" sibTransId="{A8225234-D38F-4BD3-BD55-E7042A2952DC}"/>
    <dgm:cxn modelId="{47D7BB53-7596-4932-A1DE-7DCD1A386F43}" type="presParOf" srcId="{BB443170-752F-44BB-ADCA-7FEDBF02FF5B}" destId="{C8B7FAE3-A0EC-443B-ADF9-962C53627443}" srcOrd="0" destOrd="0" presId="urn:microsoft.com/office/officeart/2005/8/layout/vList2"/>
    <dgm:cxn modelId="{3267532B-666A-4222-B650-C51F754A49C9}" type="presParOf" srcId="{BB443170-752F-44BB-ADCA-7FEDBF02FF5B}" destId="{6E696D00-1697-4291-BA5B-42E97077DC97}" srcOrd="1" destOrd="0" presId="urn:microsoft.com/office/officeart/2005/8/layout/vList2"/>
    <dgm:cxn modelId="{8B11029F-2EE5-4B93-AC0F-A61481EB2E88}" type="presParOf" srcId="{BB443170-752F-44BB-ADCA-7FEDBF02FF5B}" destId="{00C57E8E-C81E-4511-8F51-F171808D24B2}" srcOrd="2" destOrd="0" presId="urn:microsoft.com/office/officeart/2005/8/layout/vList2"/>
    <dgm:cxn modelId="{78B73A61-48D7-40E4-BDDB-D9D28846BEA5}" type="presParOf" srcId="{BB443170-752F-44BB-ADCA-7FEDBF02FF5B}" destId="{3C12D028-6D65-42D2-AE2A-D1B71E0C271F}" srcOrd="3" destOrd="0" presId="urn:microsoft.com/office/officeart/2005/8/layout/vList2"/>
    <dgm:cxn modelId="{4D2A9933-282A-4711-9A56-CF62330A35DB}" type="presParOf" srcId="{BB443170-752F-44BB-ADCA-7FEDBF02FF5B}" destId="{C666BF89-77CC-4F31-A693-22B1925FAC08}" srcOrd="4" destOrd="0" presId="urn:microsoft.com/office/officeart/2005/8/layout/vList2"/>
    <dgm:cxn modelId="{CBEBE353-C178-4849-AE68-2B52B82F3B5A}" type="presParOf" srcId="{BB443170-752F-44BB-ADCA-7FEDBF02FF5B}" destId="{0A1A46F3-9706-43B7-AE11-D7E752E081CD}" srcOrd="5" destOrd="0" presId="urn:microsoft.com/office/officeart/2005/8/layout/vList2"/>
    <dgm:cxn modelId="{180B8283-AEE2-4D52-9EFD-C949A076C619}" type="presParOf" srcId="{BB443170-752F-44BB-ADCA-7FEDBF02FF5B}" destId="{4F0AB6E3-EB30-4980-95E9-302EEF4F3221}" srcOrd="6" destOrd="0" presId="urn:microsoft.com/office/officeart/2005/8/layout/vList2"/>
    <dgm:cxn modelId="{70E021D2-0EE9-401C-BB48-F2A3E805F009}" type="presParOf" srcId="{BB443170-752F-44BB-ADCA-7FEDBF02FF5B}" destId="{4D6DA3EC-F099-4300-A3BA-B8FBA6B2ED1F}" srcOrd="7" destOrd="0" presId="urn:microsoft.com/office/officeart/2005/8/layout/vList2"/>
    <dgm:cxn modelId="{285E5D59-9D23-487D-ACEA-208525E296BE}" type="presParOf" srcId="{BB443170-752F-44BB-ADCA-7FEDBF02FF5B}" destId="{AC5C9BB4-153E-413F-BFCD-F6271640AC1C}" srcOrd="8" destOrd="0" presId="urn:microsoft.com/office/officeart/2005/8/layout/vList2"/>
    <dgm:cxn modelId="{1E957750-D178-4300-BD75-7EF95D5DCAFB}" type="presParOf" srcId="{BB443170-752F-44BB-ADCA-7FEDBF02FF5B}" destId="{56FB40F9-8950-4409-AA6D-B3DCB6D876B1}" srcOrd="9" destOrd="0" presId="urn:microsoft.com/office/officeart/2005/8/layout/vList2"/>
    <dgm:cxn modelId="{9AF0A835-CC7B-41CE-82B5-E5FB7D4D12AC}" type="presParOf" srcId="{BB443170-752F-44BB-ADCA-7FEDBF02FF5B}" destId="{8846FAC8-7F2D-4552-8D29-F1C6048EACC3}" srcOrd="10" destOrd="0" presId="urn:microsoft.com/office/officeart/2005/8/layout/vList2"/>
    <dgm:cxn modelId="{39B75A0A-8349-432F-BE5D-C6240991456F}" type="presParOf" srcId="{BB443170-752F-44BB-ADCA-7FEDBF02FF5B}" destId="{981458DE-E55E-4324-8B4F-3B7C75957497}" srcOrd="11" destOrd="0" presId="urn:microsoft.com/office/officeart/2005/8/layout/vList2"/>
    <dgm:cxn modelId="{78FFD567-286F-4585-A9D7-8041EF94DEC8}" type="presParOf" srcId="{BB443170-752F-44BB-ADCA-7FEDBF02FF5B}" destId="{764A1D3A-2F58-419E-B42E-944B3FFFF392}" srcOrd="12" destOrd="0" presId="urn:microsoft.com/office/officeart/2005/8/layout/vList2"/>
    <dgm:cxn modelId="{AD5C90A8-4993-4C37-93DE-BD18AA62644A}" type="presParOf" srcId="{BB443170-752F-44BB-ADCA-7FEDBF02FF5B}" destId="{9FD56E3C-C025-4165-8BE4-2ADF423FB1F8}" srcOrd="13" destOrd="0" presId="urn:microsoft.com/office/officeart/2005/8/layout/vList2"/>
    <dgm:cxn modelId="{F617D2E2-6B73-43BB-BF07-846D0B58AD41}" type="presParOf" srcId="{BB443170-752F-44BB-ADCA-7FEDBF02FF5B}" destId="{C0CB5753-B2C1-4349-8CB6-AA644F962714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78CD35D-A6E6-48AD-A37C-92B9D5085B1B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D080935-1BA8-4058-A8F3-D8E4668DA22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dirty="0"/>
            <a:t>Research conducted using secondary sources </a:t>
          </a:r>
        </a:p>
      </dgm:t>
    </dgm:pt>
    <dgm:pt modelId="{22312A9A-4E01-4CC0-9D04-BE94364A2AF9}" type="parTrans" cxnId="{ACE3DE29-CFE6-4417-A757-D469338D7B3B}">
      <dgm:prSet/>
      <dgm:spPr/>
      <dgm:t>
        <a:bodyPr/>
        <a:lstStyle/>
        <a:p>
          <a:endParaRPr lang="en-GB"/>
        </a:p>
      </dgm:t>
    </dgm:pt>
    <dgm:pt modelId="{47AA7448-B95D-4BCC-A4AE-CA0E5F9FCDBB}" type="sibTrans" cxnId="{ACE3DE29-CFE6-4417-A757-D469338D7B3B}">
      <dgm:prSet/>
      <dgm:spPr/>
      <dgm:t>
        <a:bodyPr/>
        <a:lstStyle/>
        <a:p>
          <a:endParaRPr lang="en-GB"/>
        </a:p>
      </dgm:t>
    </dgm:pt>
    <dgm:pt modelId="{D26DB481-7B96-4F73-8AA6-0EFDC726B39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/>
            <a:t>Main tools: </a:t>
          </a:r>
        </a:p>
      </dgm:t>
    </dgm:pt>
    <dgm:pt modelId="{6DEE31F3-12FE-4D2E-AB82-8C55AD141F45}" type="parTrans" cxnId="{CA4F6681-7611-4432-A208-9A1465592BDE}">
      <dgm:prSet/>
      <dgm:spPr/>
      <dgm:t>
        <a:bodyPr/>
        <a:lstStyle/>
        <a:p>
          <a:endParaRPr lang="en-GB"/>
        </a:p>
      </dgm:t>
    </dgm:pt>
    <dgm:pt modelId="{ADB36BB2-C0BA-4E7E-8AF5-02AD1132341F}" type="sibTrans" cxnId="{CA4F6681-7611-4432-A208-9A1465592BDE}">
      <dgm:prSet/>
      <dgm:spPr/>
      <dgm:t>
        <a:bodyPr/>
        <a:lstStyle/>
        <a:p>
          <a:endParaRPr lang="en-GB"/>
        </a:p>
      </dgm:t>
    </dgm:pt>
    <dgm:pt modelId="{A6104C3A-318A-4FB8-9E68-D02073B4DE6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/>
            <a:t>Google Scholar </a:t>
          </a:r>
        </a:p>
      </dgm:t>
    </dgm:pt>
    <dgm:pt modelId="{F5491428-447E-4A45-A0A8-C7425277397C}" type="parTrans" cxnId="{79104740-3A89-43FF-98C2-112BBEB498D2}">
      <dgm:prSet/>
      <dgm:spPr/>
      <dgm:t>
        <a:bodyPr/>
        <a:lstStyle/>
        <a:p>
          <a:endParaRPr lang="en-GB"/>
        </a:p>
      </dgm:t>
    </dgm:pt>
    <dgm:pt modelId="{D7DA56B2-54CD-47F2-9FB9-113432F90C44}" type="sibTrans" cxnId="{79104740-3A89-43FF-98C2-112BBEB498D2}">
      <dgm:prSet/>
      <dgm:spPr/>
      <dgm:t>
        <a:bodyPr/>
        <a:lstStyle/>
        <a:p>
          <a:endParaRPr lang="en-GB"/>
        </a:p>
      </dgm:t>
    </dgm:pt>
    <dgm:pt modelId="{91E4A0AF-49F2-406F-A563-C3A8AF2C87F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/>
            <a:t>Academic journals </a:t>
          </a:r>
        </a:p>
      </dgm:t>
    </dgm:pt>
    <dgm:pt modelId="{69DBEF75-8840-447F-B1E2-2184CE0D339C}" type="parTrans" cxnId="{8295869A-B6A0-48A9-9B04-DD2772A556CF}">
      <dgm:prSet/>
      <dgm:spPr/>
      <dgm:t>
        <a:bodyPr/>
        <a:lstStyle/>
        <a:p>
          <a:endParaRPr lang="en-GB"/>
        </a:p>
      </dgm:t>
    </dgm:pt>
    <dgm:pt modelId="{D2F7E202-686C-4448-BDEF-55E93BD298FC}" type="sibTrans" cxnId="{8295869A-B6A0-48A9-9B04-DD2772A556CF}">
      <dgm:prSet/>
      <dgm:spPr/>
      <dgm:t>
        <a:bodyPr/>
        <a:lstStyle/>
        <a:p>
          <a:endParaRPr lang="en-GB"/>
        </a:p>
      </dgm:t>
    </dgm:pt>
    <dgm:pt modelId="{BC5CBC32-36D7-41FD-9CD8-49A8784441C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/>
            <a:t>Key search terms: </a:t>
          </a:r>
        </a:p>
      </dgm:t>
    </dgm:pt>
    <dgm:pt modelId="{D7CDDFDD-2985-407F-B340-150F5AECEB59}" type="parTrans" cxnId="{5DFA4562-3421-407E-A238-5F8A2B1FF090}">
      <dgm:prSet/>
      <dgm:spPr/>
      <dgm:t>
        <a:bodyPr/>
        <a:lstStyle/>
        <a:p>
          <a:endParaRPr lang="en-GB"/>
        </a:p>
      </dgm:t>
    </dgm:pt>
    <dgm:pt modelId="{14472DBF-C3B1-49A3-BFA8-A39BF38B944B}" type="sibTrans" cxnId="{5DFA4562-3421-407E-A238-5F8A2B1FF090}">
      <dgm:prSet/>
      <dgm:spPr/>
      <dgm:t>
        <a:bodyPr/>
        <a:lstStyle/>
        <a:p>
          <a:endParaRPr lang="en-GB"/>
        </a:p>
      </dgm:t>
    </dgm:pt>
    <dgm:pt modelId="{402B2A0B-23CB-4F77-B217-AA672F9BEF2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/>
            <a:t>Virtual reality </a:t>
          </a:r>
        </a:p>
      </dgm:t>
    </dgm:pt>
    <dgm:pt modelId="{2E65723D-D706-45A0-A3D9-13857881D2C2}" type="parTrans" cxnId="{B3C846EE-3A40-46D0-B0B2-C2F2A041CEF8}">
      <dgm:prSet/>
      <dgm:spPr/>
      <dgm:t>
        <a:bodyPr/>
        <a:lstStyle/>
        <a:p>
          <a:endParaRPr lang="en-GB"/>
        </a:p>
      </dgm:t>
    </dgm:pt>
    <dgm:pt modelId="{2C3BADAE-0D11-4C44-85C2-E5E02CCF4C1E}" type="sibTrans" cxnId="{B3C846EE-3A40-46D0-B0B2-C2F2A041CEF8}">
      <dgm:prSet/>
      <dgm:spPr/>
      <dgm:t>
        <a:bodyPr/>
        <a:lstStyle/>
        <a:p>
          <a:endParaRPr lang="en-GB"/>
        </a:p>
      </dgm:t>
    </dgm:pt>
    <dgm:pt modelId="{8537CB5E-63AF-4CE4-9672-5CF8A0781B9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/>
            <a:t>Postural stability </a:t>
          </a:r>
        </a:p>
      </dgm:t>
    </dgm:pt>
    <dgm:pt modelId="{694A5572-BCB5-4EC3-B872-80D2E258A9E3}" type="parTrans" cxnId="{D19DD93B-195F-4505-9E5D-EF5760DB5F3C}">
      <dgm:prSet/>
      <dgm:spPr/>
      <dgm:t>
        <a:bodyPr/>
        <a:lstStyle/>
        <a:p>
          <a:endParaRPr lang="en-GB"/>
        </a:p>
      </dgm:t>
    </dgm:pt>
    <dgm:pt modelId="{E2A4D8E2-D379-428C-A30E-22ABA25CDB70}" type="sibTrans" cxnId="{D19DD93B-195F-4505-9E5D-EF5760DB5F3C}">
      <dgm:prSet/>
      <dgm:spPr/>
      <dgm:t>
        <a:bodyPr/>
        <a:lstStyle/>
        <a:p>
          <a:endParaRPr lang="en-GB"/>
        </a:p>
      </dgm:t>
    </dgm:pt>
    <dgm:pt modelId="{E687DE3D-C035-46A7-AE01-477392CFAC7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/>
            <a:t>Spatial awareness </a:t>
          </a:r>
        </a:p>
      </dgm:t>
    </dgm:pt>
    <dgm:pt modelId="{301656B3-8D39-44E1-8976-262912828FD4}" type="parTrans" cxnId="{32A54B53-4103-4501-97FE-321E7749B02D}">
      <dgm:prSet/>
      <dgm:spPr/>
      <dgm:t>
        <a:bodyPr/>
        <a:lstStyle/>
        <a:p>
          <a:endParaRPr lang="en-GB"/>
        </a:p>
      </dgm:t>
    </dgm:pt>
    <dgm:pt modelId="{4D55DD04-BF22-4F5F-8BEF-53747D6100D0}" type="sibTrans" cxnId="{32A54B53-4103-4501-97FE-321E7749B02D}">
      <dgm:prSet/>
      <dgm:spPr/>
      <dgm:t>
        <a:bodyPr/>
        <a:lstStyle/>
        <a:p>
          <a:endParaRPr lang="en-GB"/>
        </a:p>
      </dgm:t>
    </dgm:pt>
    <dgm:pt modelId="{D3CE7842-19CD-4FE6-8CF2-28F1EF4C14F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/>
            <a:t>Cybersickness </a:t>
          </a:r>
        </a:p>
      </dgm:t>
    </dgm:pt>
    <dgm:pt modelId="{CDA908BB-78D5-4270-98B8-7D7DDD2EE635}" type="parTrans" cxnId="{E27552E7-81CB-47EB-B8C7-3B3D65D7134A}">
      <dgm:prSet/>
      <dgm:spPr/>
      <dgm:t>
        <a:bodyPr/>
        <a:lstStyle/>
        <a:p>
          <a:endParaRPr lang="en-GB"/>
        </a:p>
      </dgm:t>
    </dgm:pt>
    <dgm:pt modelId="{DF7C6972-B61F-4CBA-92C7-E870161234A3}" type="sibTrans" cxnId="{E27552E7-81CB-47EB-B8C7-3B3D65D7134A}">
      <dgm:prSet/>
      <dgm:spPr/>
      <dgm:t>
        <a:bodyPr/>
        <a:lstStyle/>
        <a:p>
          <a:endParaRPr lang="en-GB"/>
        </a:p>
      </dgm:t>
    </dgm:pt>
    <dgm:pt modelId="{855941CE-C603-498E-AC13-6363271CBF0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/>
            <a:t>Sources selected based on: </a:t>
          </a:r>
        </a:p>
      </dgm:t>
    </dgm:pt>
    <dgm:pt modelId="{B77ED3C2-0415-49B9-8EB9-650A937E72F3}" type="parTrans" cxnId="{1A86B800-EA50-49FF-A568-117B5893ED9B}">
      <dgm:prSet/>
      <dgm:spPr/>
      <dgm:t>
        <a:bodyPr/>
        <a:lstStyle/>
        <a:p>
          <a:endParaRPr lang="en-GB"/>
        </a:p>
      </dgm:t>
    </dgm:pt>
    <dgm:pt modelId="{9B0479DE-1E37-4B3E-8C89-5EB5B0C71BB6}" type="sibTrans" cxnId="{1A86B800-EA50-49FF-A568-117B5893ED9B}">
      <dgm:prSet/>
      <dgm:spPr/>
      <dgm:t>
        <a:bodyPr/>
        <a:lstStyle/>
        <a:p>
          <a:endParaRPr lang="en-GB"/>
        </a:p>
      </dgm:t>
    </dgm:pt>
    <dgm:pt modelId="{C9227D91-1B9A-4D70-AE41-FBDB5CC3A0D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/>
            <a:t>Relevance </a:t>
          </a:r>
        </a:p>
      </dgm:t>
    </dgm:pt>
    <dgm:pt modelId="{8BC3E456-800F-4515-AAA6-D7EE7DC2970D}" type="parTrans" cxnId="{8847B8CD-6E5A-4F87-BA30-0F609B30992A}">
      <dgm:prSet/>
      <dgm:spPr/>
      <dgm:t>
        <a:bodyPr/>
        <a:lstStyle/>
        <a:p>
          <a:endParaRPr lang="en-GB"/>
        </a:p>
      </dgm:t>
    </dgm:pt>
    <dgm:pt modelId="{BBA83616-352F-41D9-85C3-F988CAAD0E4F}" type="sibTrans" cxnId="{8847B8CD-6E5A-4F87-BA30-0F609B30992A}">
      <dgm:prSet/>
      <dgm:spPr/>
      <dgm:t>
        <a:bodyPr/>
        <a:lstStyle/>
        <a:p>
          <a:endParaRPr lang="en-GB"/>
        </a:p>
      </dgm:t>
    </dgm:pt>
    <dgm:pt modelId="{53CAA41B-CA98-4B23-8670-2515E450C8B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/>
            <a:t>Reliability </a:t>
          </a:r>
        </a:p>
      </dgm:t>
    </dgm:pt>
    <dgm:pt modelId="{3165E300-A911-46FD-91FE-3709551CAB59}" type="parTrans" cxnId="{858CD181-7903-44B7-9BA0-54AD3FB23C79}">
      <dgm:prSet/>
      <dgm:spPr/>
      <dgm:t>
        <a:bodyPr/>
        <a:lstStyle/>
        <a:p>
          <a:endParaRPr lang="en-GB"/>
        </a:p>
      </dgm:t>
    </dgm:pt>
    <dgm:pt modelId="{B1FB58E4-CC1B-450D-B144-049602269F9E}" type="sibTrans" cxnId="{858CD181-7903-44B7-9BA0-54AD3FB23C79}">
      <dgm:prSet/>
      <dgm:spPr/>
      <dgm:t>
        <a:bodyPr/>
        <a:lstStyle/>
        <a:p>
          <a:endParaRPr lang="en-GB"/>
        </a:p>
      </dgm:t>
    </dgm:pt>
    <dgm:pt modelId="{EF7B2B03-5EF9-43B8-8642-5DA6A045817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/>
            <a:t>Recency </a:t>
          </a:r>
        </a:p>
      </dgm:t>
    </dgm:pt>
    <dgm:pt modelId="{7962B1B5-AD8A-4F4C-9220-2D34351D5AB5}" type="parTrans" cxnId="{F6E274BD-4764-4C69-9EC6-39B1DF9A3741}">
      <dgm:prSet/>
      <dgm:spPr/>
      <dgm:t>
        <a:bodyPr/>
        <a:lstStyle/>
        <a:p>
          <a:endParaRPr lang="en-GB"/>
        </a:p>
      </dgm:t>
    </dgm:pt>
    <dgm:pt modelId="{0BBE4245-DDBD-4DFD-9AEF-2CC9F749A174}" type="sibTrans" cxnId="{F6E274BD-4764-4C69-9EC6-39B1DF9A3741}">
      <dgm:prSet/>
      <dgm:spPr/>
      <dgm:t>
        <a:bodyPr/>
        <a:lstStyle/>
        <a:p>
          <a:endParaRPr lang="en-GB"/>
        </a:p>
      </dgm:t>
    </dgm:pt>
    <dgm:pt modelId="{39EA0CA8-4104-4639-99BA-4C97F9E04BF1}" type="pres">
      <dgm:prSet presAssocID="{578CD35D-A6E6-48AD-A37C-92B9D5085B1B}" presName="vert0" presStyleCnt="0">
        <dgm:presLayoutVars>
          <dgm:dir/>
          <dgm:animOne val="branch"/>
          <dgm:animLvl val="lvl"/>
        </dgm:presLayoutVars>
      </dgm:prSet>
      <dgm:spPr/>
    </dgm:pt>
    <dgm:pt modelId="{FA785B6F-26FB-4BA0-B9CD-CACBB0BB2CF7}" type="pres">
      <dgm:prSet presAssocID="{9D080935-1BA8-4058-A8F3-D8E4668DA225}" presName="thickLine" presStyleLbl="alignNode1" presStyleIdx="0" presStyleCnt="4"/>
      <dgm:spPr/>
    </dgm:pt>
    <dgm:pt modelId="{5CA7828A-8409-4E1D-BCF0-2FF18E5F4ABD}" type="pres">
      <dgm:prSet presAssocID="{9D080935-1BA8-4058-A8F3-D8E4668DA225}" presName="horz1" presStyleCnt="0"/>
      <dgm:spPr/>
    </dgm:pt>
    <dgm:pt modelId="{A5D3E5F4-8C8D-4A6D-A7D7-9BC6399936CC}" type="pres">
      <dgm:prSet presAssocID="{9D080935-1BA8-4058-A8F3-D8E4668DA225}" presName="tx1" presStyleLbl="revTx" presStyleIdx="0" presStyleCnt="13"/>
      <dgm:spPr/>
    </dgm:pt>
    <dgm:pt modelId="{0309C4D1-4135-4EC0-9BDF-55293557C207}" type="pres">
      <dgm:prSet presAssocID="{9D080935-1BA8-4058-A8F3-D8E4668DA225}" presName="vert1" presStyleCnt="0"/>
      <dgm:spPr/>
    </dgm:pt>
    <dgm:pt modelId="{41DD4899-E589-44E2-B64D-FB25B5CB33E8}" type="pres">
      <dgm:prSet presAssocID="{D26DB481-7B96-4F73-8AA6-0EFDC726B398}" presName="thickLine" presStyleLbl="alignNode1" presStyleIdx="1" presStyleCnt="4"/>
      <dgm:spPr/>
    </dgm:pt>
    <dgm:pt modelId="{BADBD45E-FC48-4F1D-960F-1F8EA9230AE5}" type="pres">
      <dgm:prSet presAssocID="{D26DB481-7B96-4F73-8AA6-0EFDC726B398}" presName="horz1" presStyleCnt="0"/>
      <dgm:spPr/>
    </dgm:pt>
    <dgm:pt modelId="{FB836227-D252-469E-8882-009A64D330B0}" type="pres">
      <dgm:prSet presAssocID="{D26DB481-7B96-4F73-8AA6-0EFDC726B398}" presName="tx1" presStyleLbl="revTx" presStyleIdx="1" presStyleCnt="13"/>
      <dgm:spPr/>
    </dgm:pt>
    <dgm:pt modelId="{BF9B9E18-6373-4B9A-8BF6-61F4752337D9}" type="pres">
      <dgm:prSet presAssocID="{D26DB481-7B96-4F73-8AA6-0EFDC726B398}" presName="vert1" presStyleCnt="0"/>
      <dgm:spPr/>
    </dgm:pt>
    <dgm:pt modelId="{92077D74-25CB-4C51-93E3-5D9CE0400AC3}" type="pres">
      <dgm:prSet presAssocID="{A6104C3A-318A-4FB8-9E68-D02073B4DE66}" presName="vertSpace2a" presStyleCnt="0"/>
      <dgm:spPr/>
    </dgm:pt>
    <dgm:pt modelId="{8FE67F04-3172-4D31-8A5E-E478860B677F}" type="pres">
      <dgm:prSet presAssocID="{A6104C3A-318A-4FB8-9E68-D02073B4DE66}" presName="horz2" presStyleCnt="0"/>
      <dgm:spPr/>
    </dgm:pt>
    <dgm:pt modelId="{9E02785E-34E6-4763-ACE4-8177B8101CE4}" type="pres">
      <dgm:prSet presAssocID="{A6104C3A-318A-4FB8-9E68-D02073B4DE66}" presName="horzSpace2" presStyleCnt="0"/>
      <dgm:spPr/>
    </dgm:pt>
    <dgm:pt modelId="{7D3A477B-0A2D-47DE-BE03-44827634D0F3}" type="pres">
      <dgm:prSet presAssocID="{A6104C3A-318A-4FB8-9E68-D02073B4DE66}" presName="tx2" presStyleLbl="revTx" presStyleIdx="2" presStyleCnt="13"/>
      <dgm:spPr/>
    </dgm:pt>
    <dgm:pt modelId="{9E898A45-60DE-40B1-ABD1-721EAF6D968E}" type="pres">
      <dgm:prSet presAssocID="{A6104C3A-318A-4FB8-9E68-D02073B4DE66}" presName="vert2" presStyleCnt="0"/>
      <dgm:spPr/>
    </dgm:pt>
    <dgm:pt modelId="{A5582FDB-68A9-4096-85FB-F0B6524B6FBF}" type="pres">
      <dgm:prSet presAssocID="{A6104C3A-318A-4FB8-9E68-D02073B4DE66}" presName="thinLine2b" presStyleLbl="callout" presStyleIdx="0" presStyleCnt="9"/>
      <dgm:spPr/>
    </dgm:pt>
    <dgm:pt modelId="{C9621962-8BE6-4EFC-993A-0C25C5EF61A4}" type="pres">
      <dgm:prSet presAssocID="{A6104C3A-318A-4FB8-9E68-D02073B4DE66}" presName="vertSpace2b" presStyleCnt="0"/>
      <dgm:spPr/>
    </dgm:pt>
    <dgm:pt modelId="{2BED2C0D-AA2B-4C73-8DF0-CBFAF0889030}" type="pres">
      <dgm:prSet presAssocID="{91E4A0AF-49F2-406F-A563-C3A8AF2C87FE}" presName="horz2" presStyleCnt="0"/>
      <dgm:spPr/>
    </dgm:pt>
    <dgm:pt modelId="{FFE0DCD5-31B3-4377-979A-0AA6909B4EF2}" type="pres">
      <dgm:prSet presAssocID="{91E4A0AF-49F2-406F-A563-C3A8AF2C87FE}" presName="horzSpace2" presStyleCnt="0"/>
      <dgm:spPr/>
    </dgm:pt>
    <dgm:pt modelId="{82437BB5-2049-4BF5-91AE-D12BE8B7B117}" type="pres">
      <dgm:prSet presAssocID="{91E4A0AF-49F2-406F-A563-C3A8AF2C87FE}" presName="tx2" presStyleLbl="revTx" presStyleIdx="3" presStyleCnt="13"/>
      <dgm:spPr/>
    </dgm:pt>
    <dgm:pt modelId="{521364F8-6696-4728-A487-DEEBC9D5B5A4}" type="pres">
      <dgm:prSet presAssocID="{91E4A0AF-49F2-406F-A563-C3A8AF2C87FE}" presName="vert2" presStyleCnt="0"/>
      <dgm:spPr/>
    </dgm:pt>
    <dgm:pt modelId="{FE41D89F-E2FB-464B-BDEB-8282889966CD}" type="pres">
      <dgm:prSet presAssocID="{91E4A0AF-49F2-406F-A563-C3A8AF2C87FE}" presName="thinLine2b" presStyleLbl="callout" presStyleIdx="1" presStyleCnt="9"/>
      <dgm:spPr/>
    </dgm:pt>
    <dgm:pt modelId="{AD47AC89-8A73-43C8-97EC-D1F6F1D4BA6F}" type="pres">
      <dgm:prSet presAssocID="{91E4A0AF-49F2-406F-A563-C3A8AF2C87FE}" presName="vertSpace2b" presStyleCnt="0"/>
      <dgm:spPr/>
    </dgm:pt>
    <dgm:pt modelId="{5EA2F20F-FCEA-4559-849C-C90F62DE43A3}" type="pres">
      <dgm:prSet presAssocID="{BC5CBC32-36D7-41FD-9CD8-49A8784441C1}" presName="thickLine" presStyleLbl="alignNode1" presStyleIdx="2" presStyleCnt="4"/>
      <dgm:spPr/>
    </dgm:pt>
    <dgm:pt modelId="{6B9A24AF-84C1-4A8E-88DC-8ED26F4F0052}" type="pres">
      <dgm:prSet presAssocID="{BC5CBC32-36D7-41FD-9CD8-49A8784441C1}" presName="horz1" presStyleCnt="0"/>
      <dgm:spPr/>
    </dgm:pt>
    <dgm:pt modelId="{6D54ADF3-8CFE-44C8-B16A-AAFF44413F42}" type="pres">
      <dgm:prSet presAssocID="{BC5CBC32-36D7-41FD-9CD8-49A8784441C1}" presName="tx1" presStyleLbl="revTx" presStyleIdx="4" presStyleCnt="13"/>
      <dgm:spPr/>
    </dgm:pt>
    <dgm:pt modelId="{89A66BD8-FF4A-44D8-882B-7009043788F3}" type="pres">
      <dgm:prSet presAssocID="{BC5CBC32-36D7-41FD-9CD8-49A8784441C1}" presName="vert1" presStyleCnt="0"/>
      <dgm:spPr/>
    </dgm:pt>
    <dgm:pt modelId="{036BC900-ECD9-443E-8192-0E5D206E1551}" type="pres">
      <dgm:prSet presAssocID="{402B2A0B-23CB-4F77-B217-AA672F9BEF23}" presName="vertSpace2a" presStyleCnt="0"/>
      <dgm:spPr/>
    </dgm:pt>
    <dgm:pt modelId="{BF8BAB95-0C39-4130-AE64-A62AF8401EAA}" type="pres">
      <dgm:prSet presAssocID="{402B2A0B-23CB-4F77-B217-AA672F9BEF23}" presName="horz2" presStyleCnt="0"/>
      <dgm:spPr/>
    </dgm:pt>
    <dgm:pt modelId="{85B3FAB0-BCD5-44A2-89E6-61166426A327}" type="pres">
      <dgm:prSet presAssocID="{402B2A0B-23CB-4F77-B217-AA672F9BEF23}" presName="horzSpace2" presStyleCnt="0"/>
      <dgm:spPr/>
    </dgm:pt>
    <dgm:pt modelId="{8DEB1C1C-46DF-4250-AA37-DAEF54FB0353}" type="pres">
      <dgm:prSet presAssocID="{402B2A0B-23CB-4F77-B217-AA672F9BEF23}" presName="tx2" presStyleLbl="revTx" presStyleIdx="5" presStyleCnt="13"/>
      <dgm:spPr/>
    </dgm:pt>
    <dgm:pt modelId="{AD0867AF-D088-4A22-9D3A-F31A72F2495B}" type="pres">
      <dgm:prSet presAssocID="{402B2A0B-23CB-4F77-B217-AA672F9BEF23}" presName="vert2" presStyleCnt="0"/>
      <dgm:spPr/>
    </dgm:pt>
    <dgm:pt modelId="{87BD9F92-394E-438F-A320-D19A92B2B306}" type="pres">
      <dgm:prSet presAssocID="{402B2A0B-23CB-4F77-B217-AA672F9BEF23}" presName="thinLine2b" presStyleLbl="callout" presStyleIdx="2" presStyleCnt="9"/>
      <dgm:spPr/>
    </dgm:pt>
    <dgm:pt modelId="{738F1EE5-6D77-477F-A4A7-D3D1EE9594E4}" type="pres">
      <dgm:prSet presAssocID="{402B2A0B-23CB-4F77-B217-AA672F9BEF23}" presName="vertSpace2b" presStyleCnt="0"/>
      <dgm:spPr/>
    </dgm:pt>
    <dgm:pt modelId="{BBFA544A-1194-4BE5-8E23-165F196E1DC4}" type="pres">
      <dgm:prSet presAssocID="{8537CB5E-63AF-4CE4-9672-5CF8A0781B9E}" presName="horz2" presStyleCnt="0"/>
      <dgm:spPr/>
    </dgm:pt>
    <dgm:pt modelId="{EB9CA295-B924-4E4E-81A9-31434AD57A7C}" type="pres">
      <dgm:prSet presAssocID="{8537CB5E-63AF-4CE4-9672-5CF8A0781B9E}" presName="horzSpace2" presStyleCnt="0"/>
      <dgm:spPr/>
    </dgm:pt>
    <dgm:pt modelId="{C44BFA21-F8F7-4D55-B57C-A8ED6459E8AA}" type="pres">
      <dgm:prSet presAssocID="{8537CB5E-63AF-4CE4-9672-5CF8A0781B9E}" presName="tx2" presStyleLbl="revTx" presStyleIdx="6" presStyleCnt="13"/>
      <dgm:spPr/>
    </dgm:pt>
    <dgm:pt modelId="{925C5837-A16D-4064-9A3C-89ADE5C8446D}" type="pres">
      <dgm:prSet presAssocID="{8537CB5E-63AF-4CE4-9672-5CF8A0781B9E}" presName="vert2" presStyleCnt="0"/>
      <dgm:spPr/>
    </dgm:pt>
    <dgm:pt modelId="{9E225C23-7AE5-4C06-A502-17A3BF6F918B}" type="pres">
      <dgm:prSet presAssocID="{8537CB5E-63AF-4CE4-9672-5CF8A0781B9E}" presName="thinLine2b" presStyleLbl="callout" presStyleIdx="3" presStyleCnt="9"/>
      <dgm:spPr/>
    </dgm:pt>
    <dgm:pt modelId="{49AA4BF9-ABB4-43CD-BDB1-911D134EEF46}" type="pres">
      <dgm:prSet presAssocID="{8537CB5E-63AF-4CE4-9672-5CF8A0781B9E}" presName="vertSpace2b" presStyleCnt="0"/>
      <dgm:spPr/>
    </dgm:pt>
    <dgm:pt modelId="{EF29E087-C25E-4550-9769-F369A29227F8}" type="pres">
      <dgm:prSet presAssocID="{E687DE3D-C035-46A7-AE01-477392CFAC73}" presName="horz2" presStyleCnt="0"/>
      <dgm:spPr/>
    </dgm:pt>
    <dgm:pt modelId="{365416C2-D931-4A2E-A873-82E5F6D06F58}" type="pres">
      <dgm:prSet presAssocID="{E687DE3D-C035-46A7-AE01-477392CFAC73}" presName="horzSpace2" presStyleCnt="0"/>
      <dgm:spPr/>
    </dgm:pt>
    <dgm:pt modelId="{B499B707-CEA4-4997-BA0E-07BCE82D9A8A}" type="pres">
      <dgm:prSet presAssocID="{E687DE3D-C035-46A7-AE01-477392CFAC73}" presName="tx2" presStyleLbl="revTx" presStyleIdx="7" presStyleCnt="13"/>
      <dgm:spPr/>
    </dgm:pt>
    <dgm:pt modelId="{A2EAC2BD-C7BE-4412-9D8A-9645DE616BFA}" type="pres">
      <dgm:prSet presAssocID="{E687DE3D-C035-46A7-AE01-477392CFAC73}" presName="vert2" presStyleCnt="0"/>
      <dgm:spPr/>
    </dgm:pt>
    <dgm:pt modelId="{0CE20C7E-AA9C-4038-9A6A-564F9E7D067B}" type="pres">
      <dgm:prSet presAssocID="{E687DE3D-C035-46A7-AE01-477392CFAC73}" presName="thinLine2b" presStyleLbl="callout" presStyleIdx="4" presStyleCnt="9"/>
      <dgm:spPr/>
    </dgm:pt>
    <dgm:pt modelId="{CE93E269-BD1F-4D9C-8D3F-9AEE31B9D60C}" type="pres">
      <dgm:prSet presAssocID="{E687DE3D-C035-46A7-AE01-477392CFAC73}" presName="vertSpace2b" presStyleCnt="0"/>
      <dgm:spPr/>
    </dgm:pt>
    <dgm:pt modelId="{9AC22EE8-0A3D-443E-BC78-0FFF0B4405ED}" type="pres">
      <dgm:prSet presAssocID="{D3CE7842-19CD-4FE6-8CF2-28F1EF4C14FC}" presName="horz2" presStyleCnt="0"/>
      <dgm:spPr/>
    </dgm:pt>
    <dgm:pt modelId="{CE45B93E-D095-4C49-9DE1-7DAF4599FC36}" type="pres">
      <dgm:prSet presAssocID="{D3CE7842-19CD-4FE6-8CF2-28F1EF4C14FC}" presName="horzSpace2" presStyleCnt="0"/>
      <dgm:spPr/>
    </dgm:pt>
    <dgm:pt modelId="{3430D409-672A-4888-96D7-6232CBD9AB38}" type="pres">
      <dgm:prSet presAssocID="{D3CE7842-19CD-4FE6-8CF2-28F1EF4C14FC}" presName="tx2" presStyleLbl="revTx" presStyleIdx="8" presStyleCnt="13"/>
      <dgm:spPr/>
    </dgm:pt>
    <dgm:pt modelId="{885E4100-18FE-451E-B14C-CB4CAA99EE63}" type="pres">
      <dgm:prSet presAssocID="{D3CE7842-19CD-4FE6-8CF2-28F1EF4C14FC}" presName="vert2" presStyleCnt="0"/>
      <dgm:spPr/>
    </dgm:pt>
    <dgm:pt modelId="{1F356FF4-3306-45CE-BC23-D75E0088AC8E}" type="pres">
      <dgm:prSet presAssocID="{D3CE7842-19CD-4FE6-8CF2-28F1EF4C14FC}" presName="thinLine2b" presStyleLbl="callout" presStyleIdx="5" presStyleCnt="9"/>
      <dgm:spPr/>
    </dgm:pt>
    <dgm:pt modelId="{5E93B5F9-27C6-4F61-BEDA-9F91B727C7FE}" type="pres">
      <dgm:prSet presAssocID="{D3CE7842-19CD-4FE6-8CF2-28F1EF4C14FC}" presName="vertSpace2b" presStyleCnt="0"/>
      <dgm:spPr/>
    </dgm:pt>
    <dgm:pt modelId="{6780B7C9-32BB-4007-A415-83568190C448}" type="pres">
      <dgm:prSet presAssocID="{855941CE-C603-498E-AC13-6363271CBF0E}" presName="thickLine" presStyleLbl="alignNode1" presStyleIdx="3" presStyleCnt="4"/>
      <dgm:spPr/>
    </dgm:pt>
    <dgm:pt modelId="{431F19FD-67E6-4C3E-A3E4-FD9D9EDF3BFA}" type="pres">
      <dgm:prSet presAssocID="{855941CE-C603-498E-AC13-6363271CBF0E}" presName="horz1" presStyleCnt="0"/>
      <dgm:spPr/>
    </dgm:pt>
    <dgm:pt modelId="{A9180E42-F9A2-4C45-A0F4-2E4F5F2D7882}" type="pres">
      <dgm:prSet presAssocID="{855941CE-C603-498E-AC13-6363271CBF0E}" presName="tx1" presStyleLbl="revTx" presStyleIdx="9" presStyleCnt="13"/>
      <dgm:spPr/>
    </dgm:pt>
    <dgm:pt modelId="{8AB2762E-6BF1-456C-B5B3-CC9B6102A5D1}" type="pres">
      <dgm:prSet presAssocID="{855941CE-C603-498E-AC13-6363271CBF0E}" presName="vert1" presStyleCnt="0"/>
      <dgm:spPr/>
    </dgm:pt>
    <dgm:pt modelId="{F6BC1105-47F0-4860-820A-B8001425C7A1}" type="pres">
      <dgm:prSet presAssocID="{C9227D91-1B9A-4D70-AE41-FBDB5CC3A0DD}" presName="vertSpace2a" presStyleCnt="0"/>
      <dgm:spPr/>
    </dgm:pt>
    <dgm:pt modelId="{6D543948-3F16-4B8A-B6D4-F7B503833027}" type="pres">
      <dgm:prSet presAssocID="{C9227D91-1B9A-4D70-AE41-FBDB5CC3A0DD}" presName="horz2" presStyleCnt="0"/>
      <dgm:spPr/>
    </dgm:pt>
    <dgm:pt modelId="{8DC86C4B-FE39-4B89-A27D-6C6F816401A3}" type="pres">
      <dgm:prSet presAssocID="{C9227D91-1B9A-4D70-AE41-FBDB5CC3A0DD}" presName="horzSpace2" presStyleCnt="0"/>
      <dgm:spPr/>
    </dgm:pt>
    <dgm:pt modelId="{3924F999-607E-4902-898E-F99E22B46925}" type="pres">
      <dgm:prSet presAssocID="{C9227D91-1B9A-4D70-AE41-FBDB5CC3A0DD}" presName="tx2" presStyleLbl="revTx" presStyleIdx="10" presStyleCnt="13"/>
      <dgm:spPr/>
    </dgm:pt>
    <dgm:pt modelId="{5ADAB307-2507-4E29-A1E3-CF6DF7BD758F}" type="pres">
      <dgm:prSet presAssocID="{C9227D91-1B9A-4D70-AE41-FBDB5CC3A0DD}" presName="vert2" presStyleCnt="0"/>
      <dgm:spPr/>
    </dgm:pt>
    <dgm:pt modelId="{A32B0204-3967-45F5-BFA6-C2FDD18B66DF}" type="pres">
      <dgm:prSet presAssocID="{C9227D91-1B9A-4D70-AE41-FBDB5CC3A0DD}" presName="thinLine2b" presStyleLbl="callout" presStyleIdx="6" presStyleCnt="9"/>
      <dgm:spPr/>
    </dgm:pt>
    <dgm:pt modelId="{2B839AF5-50F0-4100-8A0E-E0CB7650282F}" type="pres">
      <dgm:prSet presAssocID="{C9227D91-1B9A-4D70-AE41-FBDB5CC3A0DD}" presName="vertSpace2b" presStyleCnt="0"/>
      <dgm:spPr/>
    </dgm:pt>
    <dgm:pt modelId="{4D3F89ED-D9AC-48E0-9C2E-5DA693563980}" type="pres">
      <dgm:prSet presAssocID="{53CAA41B-CA98-4B23-8670-2515E450C8BD}" presName="horz2" presStyleCnt="0"/>
      <dgm:spPr/>
    </dgm:pt>
    <dgm:pt modelId="{773AFF49-D713-437F-ADA4-3B3FB4279060}" type="pres">
      <dgm:prSet presAssocID="{53CAA41B-CA98-4B23-8670-2515E450C8BD}" presName="horzSpace2" presStyleCnt="0"/>
      <dgm:spPr/>
    </dgm:pt>
    <dgm:pt modelId="{28C5A578-862E-4D70-BAF0-67C399666E2A}" type="pres">
      <dgm:prSet presAssocID="{53CAA41B-CA98-4B23-8670-2515E450C8BD}" presName="tx2" presStyleLbl="revTx" presStyleIdx="11" presStyleCnt="13"/>
      <dgm:spPr/>
    </dgm:pt>
    <dgm:pt modelId="{4F5BE590-2CC6-473A-99ED-CDF212F08A74}" type="pres">
      <dgm:prSet presAssocID="{53CAA41B-CA98-4B23-8670-2515E450C8BD}" presName="vert2" presStyleCnt="0"/>
      <dgm:spPr/>
    </dgm:pt>
    <dgm:pt modelId="{A06CB159-88FB-4371-8E5B-9BA04A36A744}" type="pres">
      <dgm:prSet presAssocID="{53CAA41B-CA98-4B23-8670-2515E450C8BD}" presName="thinLine2b" presStyleLbl="callout" presStyleIdx="7" presStyleCnt="9"/>
      <dgm:spPr/>
    </dgm:pt>
    <dgm:pt modelId="{6C3F0D42-2247-480F-9383-7995839C30F3}" type="pres">
      <dgm:prSet presAssocID="{53CAA41B-CA98-4B23-8670-2515E450C8BD}" presName="vertSpace2b" presStyleCnt="0"/>
      <dgm:spPr/>
    </dgm:pt>
    <dgm:pt modelId="{1823CD13-E104-41DD-868D-65F42198DDEA}" type="pres">
      <dgm:prSet presAssocID="{EF7B2B03-5EF9-43B8-8642-5DA6A045817E}" presName="horz2" presStyleCnt="0"/>
      <dgm:spPr/>
    </dgm:pt>
    <dgm:pt modelId="{6FD3CDC7-5EEB-47BD-9A3F-FBC38861C592}" type="pres">
      <dgm:prSet presAssocID="{EF7B2B03-5EF9-43B8-8642-5DA6A045817E}" presName="horzSpace2" presStyleCnt="0"/>
      <dgm:spPr/>
    </dgm:pt>
    <dgm:pt modelId="{61965FDD-EA01-4A85-A9DA-2A9FDA7345DE}" type="pres">
      <dgm:prSet presAssocID="{EF7B2B03-5EF9-43B8-8642-5DA6A045817E}" presName="tx2" presStyleLbl="revTx" presStyleIdx="12" presStyleCnt="13"/>
      <dgm:spPr/>
    </dgm:pt>
    <dgm:pt modelId="{1ED35330-C85E-4B16-818C-E415591A9824}" type="pres">
      <dgm:prSet presAssocID="{EF7B2B03-5EF9-43B8-8642-5DA6A045817E}" presName="vert2" presStyleCnt="0"/>
      <dgm:spPr/>
    </dgm:pt>
    <dgm:pt modelId="{27BB350C-2B63-42AE-AFE2-7233A5AF340C}" type="pres">
      <dgm:prSet presAssocID="{EF7B2B03-5EF9-43B8-8642-5DA6A045817E}" presName="thinLine2b" presStyleLbl="callout" presStyleIdx="8" presStyleCnt="9"/>
      <dgm:spPr/>
    </dgm:pt>
    <dgm:pt modelId="{940D0397-CBC3-4080-BDD7-769CD89B06F4}" type="pres">
      <dgm:prSet presAssocID="{EF7B2B03-5EF9-43B8-8642-5DA6A045817E}" presName="vertSpace2b" presStyleCnt="0"/>
      <dgm:spPr/>
    </dgm:pt>
  </dgm:ptLst>
  <dgm:cxnLst>
    <dgm:cxn modelId="{1A86B800-EA50-49FF-A568-117B5893ED9B}" srcId="{578CD35D-A6E6-48AD-A37C-92B9D5085B1B}" destId="{855941CE-C603-498E-AC13-6363271CBF0E}" srcOrd="3" destOrd="0" parTransId="{B77ED3C2-0415-49B9-8EB9-650A937E72F3}" sibTransId="{9B0479DE-1E37-4B3E-8C89-5EB5B0C71BB6}"/>
    <dgm:cxn modelId="{DF5F800F-784F-4E28-B7F5-87F1A6159CE4}" type="presOf" srcId="{D3CE7842-19CD-4FE6-8CF2-28F1EF4C14FC}" destId="{3430D409-672A-4888-96D7-6232CBD9AB38}" srcOrd="0" destOrd="0" presId="urn:microsoft.com/office/officeart/2008/layout/LinedList"/>
    <dgm:cxn modelId="{ACE3DE29-CFE6-4417-A757-D469338D7B3B}" srcId="{578CD35D-A6E6-48AD-A37C-92B9D5085B1B}" destId="{9D080935-1BA8-4058-A8F3-D8E4668DA225}" srcOrd="0" destOrd="0" parTransId="{22312A9A-4E01-4CC0-9D04-BE94364A2AF9}" sibTransId="{47AA7448-B95D-4BCC-A4AE-CA0E5F9FCDBB}"/>
    <dgm:cxn modelId="{D19DD93B-195F-4505-9E5D-EF5760DB5F3C}" srcId="{BC5CBC32-36D7-41FD-9CD8-49A8784441C1}" destId="{8537CB5E-63AF-4CE4-9672-5CF8A0781B9E}" srcOrd="1" destOrd="0" parTransId="{694A5572-BCB5-4EC3-B872-80D2E258A9E3}" sibTransId="{E2A4D8E2-D379-428C-A30E-22ABA25CDB70}"/>
    <dgm:cxn modelId="{79104740-3A89-43FF-98C2-112BBEB498D2}" srcId="{D26DB481-7B96-4F73-8AA6-0EFDC726B398}" destId="{A6104C3A-318A-4FB8-9E68-D02073B4DE66}" srcOrd="0" destOrd="0" parTransId="{F5491428-447E-4A45-A0A8-C7425277397C}" sibTransId="{D7DA56B2-54CD-47F2-9FB9-113432F90C44}"/>
    <dgm:cxn modelId="{B8E27F5E-FE60-47B7-A690-0BEC14DE85E0}" type="presOf" srcId="{402B2A0B-23CB-4F77-B217-AA672F9BEF23}" destId="{8DEB1C1C-46DF-4250-AA37-DAEF54FB0353}" srcOrd="0" destOrd="0" presId="urn:microsoft.com/office/officeart/2008/layout/LinedList"/>
    <dgm:cxn modelId="{5DFA4562-3421-407E-A238-5F8A2B1FF090}" srcId="{578CD35D-A6E6-48AD-A37C-92B9D5085B1B}" destId="{BC5CBC32-36D7-41FD-9CD8-49A8784441C1}" srcOrd="2" destOrd="0" parTransId="{D7CDDFDD-2985-407F-B340-150F5AECEB59}" sibTransId="{14472DBF-C3B1-49A3-BFA8-A39BF38B944B}"/>
    <dgm:cxn modelId="{97089644-298B-4AF6-8D2A-88001ABB084A}" type="presOf" srcId="{578CD35D-A6E6-48AD-A37C-92B9D5085B1B}" destId="{39EA0CA8-4104-4639-99BA-4C97F9E04BF1}" srcOrd="0" destOrd="0" presId="urn:microsoft.com/office/officeart/2008/layout/LinedList"/>
    <dgm:cxn modelId="{2CC82447-245D-4666-A5D1-096A9AA276E4}" type="presOf" srcId="{C9227D91-1B9A-4D70-AE41-FBDB5CC3A0DD}" destId="{3924F999-607E-4902-898E-F99E22B46925}" srcOrd="0" destOrd="0" presId="urn:microsoft.com/office/officeart/2008/layout/LinedList"/>
    <dgm:cxn modelId="{2679ED49-3472-4D9A-B0A9-62F7EBA5519B}" type="presOf" srcId="{D26DB481-7B96-4F73-8AA6-0EFDC726B398}" destId="{FB836227-D252-469E-8882-009A64D330B0}" srcOrd="0" destOrd="0" presId="urn:microsoft.com/office/officeart/2008/layout/LinedList"/>
    <dgm:cxn modelId="{32A54B53-4103-4501-97FE-321E7749B02D}" srcId="{BC5CBC32-36D7-41FD-9CD8-49A8784441C1}" destId="{E687DE3D-C035-46A7-AE01-477392CFAC73}" srcOrd="2" destOrd="0" parTransId="{301656B3-8D39-44E1-8976-262912828FD4}" sibTransId="{4D55DD04-BF22-4F5F-8BEF-53747D6100D0}"/>
    <dgm:cxn modelId="{CA4F6681-7611-4432-A208-9A1465592BDE}" srcId="{578CD35D-A6E6-48AD-A37C-92B9D5085B1B}" destId="{D26DB481-7B96-4F73-8AA6-0EFDC726B398}" srcOrd="1" destOrd="0" parTransId="{6DEE31F3-12FE-4D2E-AB82-8C55AD141F45}" sibTransId="{ADB36BB2-C0BA-4E7E-8AF5-02AD1132341F}"/>
    <dgm:cxn modelId="{858CD181-7903-44B7-9BA0-54AD3FB23C79}" srcId="{855941CE-C603-498E-AC13-6363271CBF0E}" destId="{53CAA41B-CA98-4B23-8670-2515E450C8BD}" srcOrd="1" destOrd="0" parTransId="{3165E300-A911-46FD-91FE-3709551CAB59}" sibTransId="{B1FB58E4-CC1B-450D-B144-049602269F9E}"/>
    <dgm:cxn modelId="{8295869A-B6A0-48A9-9B04-DD2772A556CF}" srcId="{D26DB481-7B96-4F73-8AA6-0EFDC726B398}" destId="{91E4A0AF-49F2-406F-A563-C3A8AF2C87FE}" srcOrd="1" destOrd="0" parTransId="{69DBEF75-8840-447F-B1E2-2184CE0D339C}" sibTransId="{D2F7E202-686C-4448-BDEF-55E93BD298FC}"/>
    <dgm:cxn modelId="{8327869E-BBC3-4234-B5B0-EA0726A0C740}" type="presOf" srcId="{855941CE-C603-498E-AC13-6363271CBF0E}" destId="{A9180E42-F9A2-4C45-A0F4-2E4F5F2D7882}" srcOrd="0" destOrd="0" presId="urn:microsoft.com/office/officeart/2008/layout/LinedList"/>
    <dgm:cxn modelId="{6CD9C49E-E8BE-4F79-8049-7A0ADCFF7BA8}" type="presOf" srcId="{91E4A0AF-49F2-406F-A563-C3A8AF2C87FE}" destId="{82437BB5-2049-4BF5-91AE-D12BE8B7B117}" srcOrd="0" destOrd="0" presId="urn:microsoft.com/office/officeart/2008/layout/LinedList"/>
    <dgm:cxn modelId="{AD420AA0-BC1E-44F9-9F01-3A0C2536A967}" type="presOf" srcId="{BC5CBC32-36D7-41FD-9CD8-49A8784441C1}" destId="{6D54ADF3-8CFE-44C8-B16A-AAFF44413F42}" srcOrd="0" destOrd="0" presId="urn:microsoft.com/office/officeart/2008/layout/LinedList"/>
    <dgm:cxn modelId="{3F90E4BA-89F0-44ED-959A-927C22D15DEA}" type="presOf" srcId="{53CAA41B-CA98-4B23-8670-2515E450C8BD}" destId="{28C5A578-862E-4D70-BAF0-67C399666E2A}" srcOrd="0" destOrd="0" presId="urn:microsoft.com/office/officeart/2008/layout/LinedList"/>
    <dgm:cxn modelId="{F6E274BD-4764-4C69-9EC6-39B1DF9A3741}" srcId="{855941CE-C603-498E-AC13-6363271CBF0E}" destId="{EF7B2B03-5EF9-43B8-8642-5DA6A045817E}" srcOrd="2" destOrd="0" parTransId="{7962B1B5-AD8A-4F4C-9220-2D34351D5AB5}" sibTransId="{0BBE4245-DDBD-4DFD-9AEF-2CC9F749A174}"/>
    <dgm:cxn modelId="{4763C2C6-B18D-4618-AF32-185B56307A39}" type="presOf" srcId="{8537CB5E-63AF-4CE4-9672-5CF8A0781B9E}" destId="{C44BFA21-F8F7-4D55-B57C-A8ED6459E8AA}" srcOrd="0" destOrd="0" presId="urn:microsoft.com/office/officeart/2008/layout/LinedList"/>
    <dgm:cxn modelId="{8847B8CD-6E5A-4F87-BA30-0F609B30992A}" srcId="{855941CE-C603-498E-AC13-6363271CBF0E}" destId="{C9227D91-1B9A-4D70-AE41-FBDB5CC3A0DD}" srcOrd="0" destOrd="0" parTransId="{8BC3E456-800F-4515-AAA6-D7EE7DC2970D}" sibTransId="{BBA83616-352F-41D9-85C3-F988CAAD0E4F}"/>
    <dgm:cxn modelId="{0C0129D2-6CF4-46F3-A054-98CA74E5C5A3}" type="presOf" srcId="{A6104C3A-318A-4FB8-9E68-D02073B4DE66}" destId="{7D3A477B-0A2D-47DE-BE03-44827634D0F3}" srcOrd="0" destOrd="0" presId="urn:microsoft.com/office/officeart/2008/layout/LinedList"/>
    <dgm:cxn modelId="{E27552E7-81CB-47EB-B8C7-3B3D65D7134A}" srcId="{BC5CBC32-36D7-41FD-9CD8-49A8784441C1}" destId="{D3CE7842-19CD-4FE6-8CF2-28F1EF4C14FC}" srcOrd="3" destOrd="0" parTransId="{CDA908BB-78D5-4270-98B8-7D7DDD2EE635}" sibTransId="{DF7C6972-B61F-4CBA-92C7-E870161234A3}"/>
    <dgm:cxn modelId="{FCC8D9ED-19E0-4C3A-A917-0E7175CD2860}" type="presOf" srcId="{EF7B2B03-5EF9-43B8-8642-5DA6A045817E}" destId="{61965FDD-EA01-4A85-A9DA-2A9FDA7345DE}" srcOrd="0" destOrd="0" presId="urn:microsoft.com/office/officeart/2008/layout/LinedList"/>
    <dgm:cxn modelId="{B3C846EE-3A40-46D0-B0B2-C2F2A041CEF8}" srcId="{BC5CBC32-36D7-41FD-9CD8-49A8784441C1}" destId="{402B2A0B-23CB-4F77-B217-AA672F9BEF23}" srcOrd="0" destOrd="0" parTransId="{2E65723D-D706-45A0-A3D9-13857881D2C2}" sibTransId="{2C3BADAE-0D11-4C44-85C2-E5E02CCF4C1E}"/>
    <dgm:cxn modelId="{F1D78BF0-A616-47C6-BC59-FACAD7801DEE}" type="presOf" srcId="{9D080935-1BA8-4058-A8F3-D8E4668DA225}" destId="{A5D3E5F4-8C8D-4A6D-A7D7-9BC6399936CC}" srcOrd="0" destOrd="0" presId="urn:microsoft.com/office/officeart/2008/layout/LinedList"/>
    <dgm:cxn modelId="{285A14F2-4E81-42ED-8ED3-57DAD6938D7A}" type="presOf" srcId="{E687DE3D-C035-46A7-AE01-477392CFAC73}" destId="{B499B707-CEA4-4997-BA0E-07BCE82D9A8A}" srcOrd="0" destOrd="0" presId="urn:microsoft.com/office/officeart/2008/layout/LinedList"/>
    <dgm:cxn modelId="{1C4DD39E-8225-40B7-8FEC-8EFAFFA9C685}" type="presParOf" srcId="{39EA0CA8-4104-4639-99BA-4C97F9E04BF1}" destId="{FA785B6F-26FB-4BA0-B9CD-CACBB0BB2CF7}" srcOrd="0" destOrd="0" presId="urn:microsoft.com/office/officeart/2008/layout/LinedList"/>
    <dgm:cxn modelId="{48C1A8B8-EC35-4B55-B841-EBDD372A3074}" type="presParOf" srcId="{39EA0CA8-4104-4639-99BA-4C97F9E04BF1}" destId="{5CA7828A-8409-4E1D-BCF0-2FF18E5F4ABD}" srcOrd="1" destOrd="0" presId="urn:microsoft.com/office/officeart/2008/layout/LinedList"/>
    <dgm:cxn modelId="{A8F495B8-98BF-4CA6-B411-D6520549074A}" type="presParOf" srcId="{5CA7828A-8409-4E1D-BCF0-2FF18E5F4ABD}" destId="{A5D3E5F4-8C8D-4A6D-A7D7-9BC6399936CC}" srcOrd="0" destOrd="0" presId="urn:microsoft.com/office/officeart/2008/layout/LinedList"/>
    <dgm:cxn modelId="{12368E5E-247B-402D-9CAE-DBC4F11A9B7A}" type="presParOf" srcId="{5CA7828A-8409-4E1D-BCF0-2FF18E5F4ABD}" destId="{0309C4D1-4135-4EC0-9BDF-55293557C207}" srcOrd="1" destOrd="0" presId="urn:microsoft.com/office/officeart/2008/layout/LinedList"/>
    <dgm:cxn modelId="{9D779F5C-C252-4237-B056-C150205FA867}" type="presParOf" srcId="{39EA0CA8-4104-4639-99BA-4C97F9E04BF1}" destId="{41DD4899-E589-44E2-B64D-FB25B5CB33E8}" srcOrd="2" destOrd="0" presId="urn:microsoft.com/office/officeart/2008/layout/LinedList"/>
    <dgm:cxn modelId="{2BB8A359-2A92-428B-98E0-A2044CCC0D88}" type="presParOf" srcId="{39EA0CA8-4104-4639-99BA-4C97F9E04BF1}" destId="{BADBD45E-FC48-4F1D-960F-1F8EA9230AE5}" srcOrd="3" destOrd="0" presId="urn:microsoft.com/office/officeart/2008/layout/LinedList"/>
    <dgm:cxn modelId="{B0B89870-CD36-448C-8748-B0793E02149E}" type="presParOf" srcId="{BADBD45E-FC48-4F1D-960F-1F8EA9230AE5}" destId="{FB836227-D252-469E-8882-009A64D330B0}" srcOrd="0" destOrd="0" presId="urn:microsoft.com/office/officeart/2008/layout/LinedList"/>
    <dgm:cxn modelId="{C3CD2DD2-9F71-45E7-B352-040A5F866D94}" type="presParOf" srcId="{BADBD45E-FC48-4F1D-960F-1F8EA9230AE5}" destId="{BF9B9E18-6373-4B9A-8BF6-61F4752337D9}" srcOrd="1" destOrd="0" presId="urn:microsoft.com/office/officeart/2008/layout/LinedList"/>
    <dgm:cxn modelId="{3C89F5EF-948D-4981-914A-49358CB0B405}" type="presParOf" srcId="{BF9B9E18-6373-4B9A-8BF6-61F4752337D9}" destId="{92077D74-25CB-4C51-93E3-5D9CE0400AC3}" srcOrd="0" destOrd="0" presId="urn:microsoft.com/office/officeart/2008/layout/LinedList"/>
    <dgm:cxn modelId="{9C5B911F-D99A-4AFF-B735-E55C193FFBCF}" type="presParOf" srcId="{BF9B9E18-6373-4B9A-8BF6-61F4752337D9}" destId="{8FE67F04-3172-4D31-8A5E-E478860B677F}" srcOrd="1" destOrd="0" presId="urn:microsoft.com/office/officeart/2008/layout/LinedList"/>
    <dgm:cxn modelId="{30236A9B-AC36-449F-A262-0944FB8FBCC7}" type="presParOf" srcId="{8FE67F04-3172-4D31-8A5E-E478860B677F}" destId="{9E02785E-34E6-4763-ACE4-8177B8101CE4}" srcOrd="0" destOrd="0" presId="urn:microsoft.com/office/officeart/2008/layout/LinedList"/>
    <dgm:cxn modelId="{0B1FF24A-3C32-4026-80F9-31AD75D47AFA}" type="presParOf" srcId="{8FE67F04-3172-4D31-8A5E-E478860B677F}" destId="{7D3A477B-0A2D-47DE-BE03-44827634D0F3}" srcOrd="1" destOrd="0" presId="urn:microsoft.com/office/officeart/2008/layout/LinedList"/>
    <dgm:cxn modelId="{E794C03D-53A8-45C5-B9AD-AD20B251DF4E}" type="presParOf" srcId="{8FE67F04-3172-4D31-8A5E-E478860B677F}" destId="{9E898A45-60DE-40B1-ABD1-721EAF6D968E}" srcOrd="2" destOrd="0" presId="urn:microsoft.com/office/officeart/2008/layout/LinedList"/>
    <dgm:cxn modelId="{47D36025-6FA7-40DC-ADCF-E3853E288A2E}" type="presParOf" srcId="{BF9B9E18-6373-4B9A-8BF6-61F4752337D9}" destId="{A5582FDB-68A9-4096-85FB-F0B6524B6FBF}" srcOrd="2" destOrd="0" presId="urn:microsoft.com/office/officeart/2008/layout/LinedList"/>
    <dgm:cxn modelId="{9EC5756C-1C1D-4425-80F4-5C5B463CEE8E}" type="presParOf" srcId="{BF9B9E18-6373-4B9A-8BF6-61F4752337D9}" destId="{C9621962-8BE6-4EFC-993A-0C25C5EF61A4}" srcOrd="3" destOrd="0" presId="urn:microsoft.com/office/officeart/2008/layout/LinedList"/>
    <dgm:cxn modelId="{80DE5E0F-A902-482C-8821-068D3B5E51AD}" type="presParOf" srcId="{BF9B9E18-6373-4B9A-8BF6-61F4752337D9}" destId="{2BED2C0D-AA2B-4C73-8DF0-CBFAF0889030}" srcOrd="4" destOrd="0" presId="urn:microsoft.com/office/officeart/2008/layout/LinedList"/>
    <dgm:cxn modelId="{894E100E-50A3-41E5-A26D-5717DE92FFA6}" type="presParOf" srcId="{2BED2C0D-AA2B-4C73-8DF0-CBFAF0889030}" destId="{FFE0DCD5-31B3-4377-979A-0AA6909B4EF2}" srcOrd="0" destOrd="0" presId="urn:microsoft.com/office/officeart/2008/layout/LinedList"/>
    <dgm:cxn modelId="{AC663F6D-825B-4376-BDAF-F1CC915893AF}" type="presParOf" srcId="{2BED2C0D-AA2B-4C73-8DF0-CBFAF0889030}" destId="{82437BB5-2049-4BF5-91AE-D12BE8B7B117}" srcOrd="1" destOrd="0" presId="urn:microsoft.com/office/officeart/2008/layout/LinedList"/>
    <dgm:cxn modelId="{1F9F0BDB-7559-403B-9741-1093E345D5C6}" type="presParOf" srcId="{2BED2C0D-AA2B-4C73-8DF0-CBFAF0889030}" destId="{521364F8-6696-4728-A487-DEEBC9D5B5A4}" srcOrd="2" destOrd="0" presId="urn:microsoft.com/office/officeart/2008/layout/LinedList"/>
    <dgm:cxn modelId="{06EE52CC-4A48-4B32-94D7-F36056181149}" type="presParOf" srcId="{BF9B9E18-6373-4B9A-8BF6-61F4752337D9}" destId="{FE41D89F-E2FB-464B-BDEB-8282889966CD}" srcOrd="5" destOrd="0" presId="urn:microsoft.com/office/officeart/2008/layout/LinedList"/>
    <dgm:cxn modelId="{5D653D8E-7C84-4609-A86F-5D08A815AD6C}" type="presParOf" srcId="{BF9B9E18-6373-4B9A-8BF6-61F4752337D9}" destId="{AD47AC89-8A73-43C8-97EC-D1F6F1D4BA6F}" srcOrd="6" destOrd="0" presId="urn:microsoft.com/office/officeart/2008/layout/LinedList"/>
    <dgm:cxn modelId="{A3736F19-0DB0-41C3-9F9D-850B6DCEA43F}" type="presParOf" srcId="{39EA0CA8-4104-4639-99BA-4C97F9E04BF1}" destId="{5EA2F20F-FCEA-4559-849C-C90F62DE43A3}" srcOrd="4" destOrd="0" presId="urn:microsoft.com/office/officeart/2008/layout/LinedList"/>
    <dgm:cxn modelId="{1ADC12E8-B7A9-44BB-A169-95AD20FF3534}" type="presParOf" srcId="{39EA0CA8-4104-4639-99BA-4C97F9E04BF1}" destId="{6B9A24AF-84C1-4A8E-88DC-8ED26F4F0052}" srcOrd="5" destOrd="0" presId="urn:microsoft.com/office/officeart/2008/layout/LinedList"/>
    <dgm:cxn modelId="{ECA4C369-C7CB-4C34-8722-C437829ED2C6}" type="presParOf" srcId="{6B9A24AF-84C1-4A8E-88DC-8ED26F4F0052}" destId="{6D54ADF3-8CFE-44C8-B16A-AAFF44413F42}" srcOrd="0" destOrd="0" presId="urn:microsoft.com/office/officeart/2008/layout/LinedList"/>
    <dgm:cxn modelId="{E6D49353-001F-42FF-8D8D-A63C83433702}" type="presParOf" srcId="{6B9A24AF-84C1-4A8E-88DC-8ED26F4F0052}" destId="{89A66BD8-FF4A-44D8-882B-7009043788F3}" srcOrd="1" destOrd="0" presId="urn:microsoft.com/office/officeart/2008/layout/LinedList"/>
    <dgm:cxn modelId="{3E06422C-6953-4F89-B95F-685784AB0C40}" type="presParOf" srcId="{89A66BD8-FF4A-44D8-882B-7009043788F3}" destId="{036BC900-ECD9-443E-8192-0E5D206E1551}" srcOrd="0" destOrd="0" presId="urn:microsoft.com/office/officeart/2008/layout/LinedList"/>
    <dgm:cxn modelId="{DB2F1445-9677-4938-A6FF-D89AF2A322FA}" type="presParOf" srcId="{89A66BD8-FF4A-44D8-882B-7009043788F3}" destId="{BF8BAB95-0C39-4130-AE64-A62AF8401EAA}" srcOrd="1" destOrd="0" presId="urn:microsoft.com/office/officeart/2008/layout/LinedList"/>
    <dgm:cxn modelId="{58232351-CC08-4B15-A2D0-EA403128F4B9}" type="presParOf" srcId="{BF8BAB95-0C39-4130-AE64-A62AF8401EAA}" destId="{85B3FAB0-BCD5-44A2-89E6-61166426A327}" srcOrd="0" destOrd="0" presId="urn:microsoft.com/office/officeart/2008/layout/LinedList"/>
    <dgm:cxn modelId="{AF0E8A47-A0B9-4B64-93F7-1387A5ED76CC}" type="presParOf" srcId="{BF8BAB95-0C39-4130-AE64-A62AF8401EAA}" destId="{8DEB1C1C-46DF-4250-AA37-DAEF54FB0353}" srcOrd="1" destOrd="0" presId="urn:microsoft.com/office/officeart/2008/layout/LinedList"/>
    <dgm:cxn modelId="{229F8516-6A47-4E0A-8219-C865755D7474}" type="presParOf" srcId="{BF8BAB95-0C39-4130-AE64-A62AF8401EAA}" destId="{AD0867AF-D088-4A22-9D3A-F31A72F2495B}" srcOrd="2" destOrd="0" presId="urn:microsoft.com/office/officeart/2008/layout/LinedList"/>
    <dgm:cxn modelId="{072E6C3A-1BEF-4FC4-8CB9-1F94EE0BD565}" type="presParOf" srcId="{89A66BD8-FF4A-44D8-882B-7009043788F3}" destId="{87BD9F92-394E-438F-A320-D19A92B2B306}" srcOrd="2" destOrd="0" presId="urn:microsoft.com/office/officeart/2008/layout/LinedList"/>
    <dgm:cxn modelId="{EB0C2160-ADE8-44AE-AE44-D7801C7049F5}" type="presParOf" srcId="{89A66BD8-FF4A-44D8-882B-7009043788F3}" destId="{738F1EE5-6D77-477F-A4A7-D3D1EE9594E4}" srcOrd="3" destOrd="0" presId="urn:microsoft.com/office/officeart/2008/layout/LinedList"/>
    <dgm:cxn modelId="{0BA4DE54-ACD4-4F0D-A85A-D13BB169C8FC}" type="presParOf" srcId="{89A66BD8-FF4A-44D8-882B-7009043788F3}" destId="{BBFA544A-1194-4BE5-8E23-165F196E1DC4}" srcOrd="4" destOrd="0" presId="urn:microsoft.com/office/officeart/2008/layout/LinedList"/>
    <dgm:cxn modelId="{1D19BE63-27FA-4BAE-8145-68480B95B020}" type="presParOf" srcId="{BBFA544A-1194-4BE5-8E23-165F196E1DC4}" destId="{EB9CA295-B924-4E4E-81A9-31434AD57A7C}" srcOrd="0" destOrd="0" presId="urn:microsoft.com/office/officeart/2008/layout/LinedList"/>
    <dgm:cxn modelId="{7B907079-8BB6-4976-AE91-B7B240F71387}" type="presParOf" srcId="{BBFA544A-1194-4BE5-8E23-165F196E1DC4}" destId="{C44BFA21-F8F7-4D55-B57C-A8ED6459E8AA}" srcOrd="1" destOrd="0" presId="urn:microsoft.com/office/officeart/2008/layout/LinedList"/>
    <dgm:cxn modelId="{4C73C0FD-52B5-4F92-AA95-17A62DC3DCCE}" type="presParOf" srcId="{BBFA544A-1194-4BE5-8E23-165F196E1DC4}" destId="{925C5837-A16D-4064-9A3C-89ADE5C8446D}" srcOrd="2" destOrd="0" presId="urn:microsoft.com/office/officeart/2008/layout/LinedList"/>
    <dgm:cxn modelId="{2C05606A-BD9E-4726-AF3D-AEDA88D6B988}" type="presParOf" srcId="{89A66BD8-FF4A-44D8-882B-7009043788F3}" destId="{9E225C23-7AE5-4C06-A502-17A3BF6F918B}" srcOrd="5" destOrd="0" presId="urn:microsoft.com/office/officeart/2008/layout/LinedList"/>
    <dgm:cxn modelId="{55E5A7B8-A8C7-43BD-A786-4FAC1669D404}" type="presParOf" srcId="{89A66BD8-FF4A-44D8-882B-7009043788F3}" destId="{49AA4BF9-ABB4-43CD-BDB1-911D134EEF46}" srcOrd="6" destOrd="0" presId="urn:microsoft.com/office/officeart/2008/layout/LinedList"/>
    <dgm:cxn modelId="{5E1A472F-0309-49AE-9497-BF2072CB7C51}" type="presParOf" srcId="{89A66BD8-FF4A-44D8-882B-7009043788F3}" destId="{EF29E087-C25E-4550-9769-F369A29227F8}" srcOrd="7" destOrd="0" presId="urn:microsoft.com/office/officeart/2008/layout/LinedList"/>
    <dgm:cxn modelId="{60433429-8889-43D0-8AF3-975A5FFE5ED5}" type="presParOf" srcId="{EF29E087-C25E-4550-9769-F369A29227F8}" destId="{365416C2-D931-4A2E-A873-82E5F6D06F58}" srcOrd="0" destOrd="0" presId="urn:microsoft.com/office/officeart/2008/layout/LinedList"/>
    <dgm:cxn modelId="{64A63EA6-A91F-404B-9D39-285C7D1FA670}" type="presParOf" srcId="{EF29E087-C25E-4550-9769-F369A29227F8}" destId="{B499B707-CEA4-4997-BA0E-07BCE82D9A8A}" srcOrd="1" destOrd="0" presId="urn:microsoft.com/office/officeart/2008/layout/LinedList"/>
    <dgm:cxn modelId="{D6633AAF-CD83-4982-9ABC-6C661A7D4568}" type="presParOf" srcId="{EF29E087-C25E-4550-9769-F369A29227F8}" destId="{A2EAC2BD-C7BE-4412-9D8A-9645DE616BFA}" srcOrd="2" destOrd="0" presId="urn:microsoft.com/office/officeart/2008/layout/LinedList"/>
    <dgm:cxn modelId="{40DF9201-6229-406D-BDCD-DE4EF306A6E1}" type="presParOf" srcId="{89A66BD8-FF4A-44D8-882B-7009043788F3}" destId="{0CE20C7E-AA9C-4038-9A6A-564F9E7D067B}" srcOrd="8" destOrd="0" presId="urn:microsoft.com/office/officeart/2008/layout/LinedList"/>
    <dgm:cxn modelId="{EAFB4FE2-266D-4644-B8BA-98810BDABE56}" type="presParOf" srcId="{89A66BD8-FF4A-44D8-882B-7009043788F3}" destId="{CE93E269-BD1F-4D9C-8D3F-9AEE31B9D60C}" srcOrd="9" destOrd="0" presId="urn:microsoft.com/office/officeart/2008/layout/LinedList"/>
    <dgm:cxn modelId="{C0AFE840-F02E-4E0E-AD28-2DC4EBB2EC3B}" type="presParOf" srcId="{89A66BD8-FF4A-44D8-882B-7009043788F3}" destId="{9AC22EE8-0A3D-443E-BC78-0FFF0B4405ED}" srcOrd="10" destOrd="0" presId="urn:microsoft.com/office/officeart/2008/layout/LinedList"/>
    <dgm:cxn modelId="{D49E45EF-F2A6-41A0-8EDE-729CAB64A6CC}" type="presParOf" srcId="{9AC22EE8-0A3D-443E-BC78-0FFF0B4405ED}" destId="{CE45B93E-D095-4C49-9DE1-7DAF4599FC36}" srcOrd="0" destOrd="0" presId="urn:microsoft.com/office/officeart/2008/layout/LinedList"/>
    <dgm:cxn modelId="{4DA898C3-07FF-4175-A52E-E944977B31A9}" type="presParOf" srcId="{9AC22EE8-0A3D-443E-BC78-0FFF0B4405ED}" destId="{3430D409-672A-4888-96D7-6232CBD9AB38}" srcOrd="1" destOrd="0" presId="urn:microsoft.com/office/officeart/2008/layout/LinedList"/>
    <dgm:cxn modelId="{2A6C9A03-F791-4790-87BA-E3B357D67E59}" type="presParOf" srcId="{9AC22EE8-0A3D-443E-BC78-0FFF0B4405ED}" destId="{885E4100-18FE-451E-B14C-CB4CAA99EE63}" srcOrd="2" destOrd="0" presId="urn:microsoft.com/office/officeart/2008/layout/LinedList"/>
    <dgm:cxn modelId="{6B7CC7E5-1329-4CE8-B614-782036DD86FE}" type="presParOf" srcId="{89A66BD8-FF4A-44D8-882B-7009043788F3}" destId="{1F356FF4-3306-45CE-BC23-D75E0088AC8E}" srcOrd="11" destOrd="0" presId="urn:microsoft.com/office/officeart/2008/layout/LinedList"/>
    <dgm:cxn modelId="{6E1ACF35-F919-45F1-9C1F-38C42C5A9509}" type="presParOf" srcId="{89A66BD8-FF4A-44D8-882B-7009043788F3}" destId="{5E93B5F9-27C6-4F61-BEDA-9F91B727C7FE}" srcOrd="12" destOrd="0" presId="urn:microsoft.com/office/officeart/2008/layout/LinedList"/>
    <dgm:cxn modelId="{490C3FB2-DBC7-4ED1-9B6E-20772FE92EB8}" type="presParOf" srcId="{39EA0CA8-4104-4639-99BA-4C97F9E04BF1}" destId="{6780B7C9-32BB-4007-A415-83568190C448}" srcOrd="6" destOrd="0" presId="urn:microsoft.com/office/officeart/2008/layout/LinedList"/>
    <dgm:cxn modelId="{3C3FE187-318C-416F-A281-92D9F888BA58}" type="presParOf" srcId="{39EA0CA8-4104-4639-99BA-4C97F9E04BF1}" destId="{431F19FD-67E6-4C3E-A3E4-FD9D9EDF3BFA}" srcOrd="7" destOrd="0" presId="urn:microsoft.com/office/officeart/2008/layout/LinedList"/>
    <dgm:cxn modelId="{70B19934-05EE-4CD9-BA4B-410160FE7640}" type="presParOf" srcId="{431F19FD-67E6-4C3E-A3E4-FD9D9EDF3BFA}" destId="{A9180E42-F9A2-4C45-A0F4-2E4F5F2D7882}" srcOrd="0" destOrd="0" presId="urn:microsoft.com/office/officeart/2008/layout/LinedList"/>
    <dgm:cxn modelId="{DBE5C892-B4B8-408D-A7EB-959EA7DEC24F}" type="presParOf" srcId="{431F19FD-67E6-4C3E-A3E4-FD9D9EDF3BFA}" destId="{8AB2762E-6BF1-456C-B5B3-CC9B6102A5D1}" srcOrd="1" destOrd="0" presId="urn:microsoft.com/office/officeart/2008/layout/LinedList"/>
    <dgm:cxn modelId="{E2BC8BD9-2DB7-4E3E-9AA4-D7EB2EC13C86}" type="presParOf" srcId="{8AB2762E-6BF1-456C-B5B3-CC9B6102A5D1}" destId="{F6BC1105-47F0-4860-820A-B8001425C7A1}" srcOrd="0" destOrd="0" presId="urn:microsoft.com/office/officeart/2008/layout/LinedList"/>
    <dgm:cxn modelId="{F024BA17-3404-426A-8199-8230464F796C}" type="presParOf" srcId="{8AB2762E-6BF1-456C-B5B3-CC9B6102A5D1}" destId="{6D543948-3F16-4B8A-B6D4-F7B503833027}" srcOrd="1" destOrd="0" presId="urn:microsoft.com/office/officeart/2008/layout/LinedList"/>
    <dgm:cxn modelId="{CB5E92D9-4DF0-4D07-A03B-10B3D7170FCB}" type="presParOf" srcId="{6D543948-3F16-4B8A-B6D4-F7B503833027}" destId="{8DC86C4B-FE39-4B89-A27D-6C6F816401A3}" srcOrd="0" destOrd="0" presId="urn:microsoft.com/office/officeart/2008/layout/LinedList"/>
    <dgm:cxn modelId="{C5A1C26D-5020-4C3B-BC56-9D3D6112DB63}" type="presParOf" srcId="{6D543948-3F16-4B8A-B6D4-F7B503833027}" destId="{3924F999-607E-4902-898E-F99E22B46925}" srcOrd="1" destOrd="0" presId="urn:microsoft.com/office/officeart/2008/layout/LinedList"/>
    <dgm:cxn modelId="{F6AAC38C-C321-4555-85EB-3D650248E282}" type="presParOf" srcId="{6D543948-3F16-4B8A-B6D4-F7B503833027}" destId="{5ADAB307-2507-4E29-A1E3-CF6DF7BD758F}" srcOrd="2" destOrd="0" presId="urn:microsoft.com/office/officeart/2008/layout/LinedList"/>
    <dgm:cxn modelId="{853DFF03-7281-4CC8-BF03-CEADC4ACF42E}" type="presParOf" srcId="{8AB2762E-6BF1-456C-B5B3-CC9B6102A5D1}" destId="{A32B0204-3967-45F5-BFA6-C2FDD18B66DF}" srcOrd="2" destOrd="0" presId="urn:microsoft.com/office/officeart/2008/layout/LinedList"/>
    <dgm:cxn modelId="{D328B7FB-60C8-435E-AF6D-3C709A864402}" type="presParOf" srcId="{8AB2762E-6BF1-456C-B5B3-CC9B6102A5D1}" destId="{2B839AF5-50F0-4100-8A0E-E0CB7650282F}" srcOrd="3" destOrd="0" presId="urn:microsoft.com/office/officeart/2008/layout/LinedList"/>
    <dgm:cxn modelId="{A352DD31-8648-4B93-A952-5D4CA3FD67D1}" type="presParOf" srcId="{8AB2762E-6BF1-456C-B5B3-CC9B6102A5D1}" destId="{4D3F89ED-D9AC-48E0-9C2E-5DA693563980}" srcOrd="4" destOrd="0" presId="urn:microsoft.com/office/officeart/2008/layout/LinedList"/>
    <dgm:cxn modelId="{472392A2-A6CA-48DB-9C31-B80D77CAD1D2}" type="presParOf" srcId="{4D3F89ED-D9AC-48E0-9C2E-5DA693563980}" destId="{773AFF49-D713-437F-ADA4-3B3FB4279060}" srcOrd="0" destOrd="0" presId="urn:microsoft.com/office/officeart/2008/layout/LinedList"/>
    <dgm:cxn modelId="{26AB5410-A765-4C4B-93E0-6AB1D9A77896}" type="presParOf" srcId="{4D3F89ED-D9AC-48E0-9C2E-5DA693563980}" destId="{28C5A578-862E-4D70-BAF0-67C399666E2A}" srcOrd="1" destOrd="0" presId="urn:microsoft.com/office/officeart/2008/layout/LinedList"/>
    <dgm:cxn modelId="{10AAF613-19AD-4653-8852-4B3F5EBCBA9A}" type="presParOf" srcId="{4D3F89ED-D9AC-48E0-9C2E-5DA693563980}" destId="{4F5BE590-2CC6-473A-99ED-CDF212F08A74}" srcOrd="2" destOrd="0" presId="urn:microsoft.com/office/officeart/2008/layout/LinedList"/>
    <dgm:cxn modelId="{F11064EC-A0F6-4F0E-8BA1-25704C2145F4}" type="presParOf" srcId="{8AB2762E-6BF1-456C-B5B3-CC9B6102A5D1}" destId="{A06CB159-88FB-4371-8E5B-9BA04A36A744}" srcOrd="5" destOrd="0" presId="urn:microsoft.com/office/officeart/2008/layout/LinedList"/>
    <dgm:cxn modelId="{DB4D1F8E-5606-45B7-B3B4-FD4CFE67B762}" type="presParOf" srcId="{8AB2762E-6BF1-456C-B5B3-CC9B6102A5D1}" destId="{6C3F0D42-2247-480F-9383-7995839C30F3}" srcOrd="6" destOrd="0" presId="urn:microsoft.com/office/officeart/2008/layout/LinedList"/>
    <dgm:cxn modelId="{18DB1DAF-2B38-4CCF-B9C6-2099EB35F088}" type="presParOf" srcId="{8AB2762E-6BF1-456C-B5B3-CC9B6102A5D1}" destId="{1823CD13-E104-41DD-868D-65F42198DDEA}" srcOrd="7" destOrd="0" presId="urn:microsoft.com/office/officeart/2008/layout/LinedList"/>
    <dgm:cxn modelId="{4B2B2E62-8CD7-4B17-B799-DCB34F7A86DF}" type="presParOf" srcId="{1823CD13-E104-41DD-868D-65F42198DDEA}" destId="{6FD3CDC7-5EEB-47BD-9A3F-FBC38861C592}" srcOrd="0" destOrd="0" presId="urn:microsoft.com/office/officeart/2008/layout/LinedList"/>
    <dgm:cxn modelId="{8BA1CBC9-534F-4200-AFEA-00183BB2AA28}" type="presParOf" srcId="{1823CD13-E104-41DD-868D-65F42198DDEA}" destId="{61965FDD-EA01-4A85-A9DA-2A9FDA7345DE}" srcOrd="1" destOrd="0" presId="urn:microsoft.com/office/officeart/2008/layout/LinedList"/>
    <dgm:cxn modelId="{9B45B4BC-6D70-40C7-B0CD-D8D2D45BD689}" type="presParOf" srcId="{1823CD13-E104-41DD-868D-65F42198DDEA}" destId="{1ED35330-C85E-4B16-818C-E415591A9824}" srcOrd="2" destOrd="0" presId="urn:microsoft.com/office/officeart/2008/layout/LinedList"/>
    <dgm:cxn modelId="{337B3EF8-6C33-4C18-A179-42B211D74077}" type="presParOf" srcId="{8AB2762E-6BF1-456C-B5B3-CC9B6102A5D1}" destId="{27BB350C-2B63-42AE-AFE2-7233A5AF340C}" srcOrd="8" destOrd="0" presId="urn:microsoft.com/office/officeart/2008/layout/LinedList"/>
    <dgm:cxn modelId="{CB56A7F3-63AB-4C75-8BF1-9B3AA7C02F4B}" type="presParOf" srcId="{8AB2762E-6BF1-456C-B5B3-CC9B6102A5D1}" destId="{940D0397-CBC3-4080-BDD7-769CD89B06F4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73ABBC8-B072-4F2E-B178-50A5C9DF9EA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4B18464-CC86-43AF-BA17-664E2BBB2DE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Academic journals were the most reliable sources </a:t>
          </a:r>
          <a:endParaRPr lang="en-US" dirty="0"/>
        </a:p>
      </dgm:t>
    </dgm:pt>
    <dgm:pt modelId="{807AB519-8776-4972-9675-79B3105B3DDA}" type="parTrans" cxnId="{947C7170-6CA1-46E8-A1C6-79A18070243E}">
      <dgm:prSet/>
      <dgm:spPr/>
      <dgm:t>
        <a:bodyPr/>
        <a:lstStyle/>
        <a:p>
          <a:endParaRPr lang="en-US"/>
        </a:p>
      </dgm:t>
    </dgm:pt>
    <dgm:pt modelId="{7A2561F6-ACDA-4D73-B6A9-0ACCD022B514}" type="sibTrans" cxnId="{947C7170-6CA1-46E8-A1C6-79A18070243E}">
      <dgm:prSet/>
      <dgm:spPr/>
      <dgm:t>
        <a:bodyPr/>
        <a:lstStyle/>
        <a:p>
          <a:endParaRPr lang="en-US"/>
        </a:p>
      </dgm:t>
    </dgm:pt>
    <dgm:pt modelId="{BFCBC025-8DF6-49AB-BD6B-AB235A02529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Key source: </a:t>
          </a:r>
        </a:p>
      </dgm:t>
    </dgm:pt>
    <dgm:pt modelId="{86B42440-7919-473D-99D0-D21ED90A0681}" type="parTrans" cxnId="{B7A8C390-906E-4BEE-8EFF-E0BD7FB2AAEB}">
      <dgm:prSet/>
      <dgm:spPr/>
      <dgm:t>
        <a:bodyPr/>
        <a:lstStyle/>
        <a:p>
          <a:endParaRPr lang="en-GB"/>
        </a:p>
      </dgm:t>
    </dgm:pt>
    <dgm:pt modelId="{DC8371EC-FE32-4302-8EC9-48591A500EA0}" type="sibTrans" cxnId="{B7A8C390-906E-4BEE-8EFF-E0BD7FB2AAEB}">
      <dgm:prSet/>
      <dgm:spPr/>
      <dgm:t>
        <a:bodyPr/>
        <a:lstStyle/>
        <a:p>
          <a:endParaRPr lang="en-GB"/>
        </a:p>
      </dgm:t>
    </dgm:pt>
    <dgm:pt modelId="{6E25713A-8054-427D-9951-2267F54BD84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Stanney et al. (2020) on cybersickness and VR effects </a:t>
          </a:r>
        </a:p>
      </dgm:t>
    </dgm:pt>
    <dgm:pt modelId="{BBE1399C-0EEB-498B-B014-F6023547B2E3}" type="parTrans" cxnId="{ACF73CA7-EFC2-4071-AFB2-1BDF70657916}">
      <dgm:prSet/>
      <dgm:spPr/>
      <dgm:t>
        <a:bodyPr/>
        <a:lstStyle/>
        <a:p>
          <a:endParaRPr lang="en-GB"/>
        </a:p>
      </dgm:t>
    </dgm:pt>
    <dgm:pt modelId="{F20F6E69-6FB0-46DA-B806-03B0134E1B0D}" type="sibTrans" cxnId="{ACF73CA7-EFC2-4071-AFB2-1BDF70657916}">
      <dgm:prSet/>
      <dgm:spPr/>
      <dgm:t>
        <a:bodyPr/>
        <a:lstStyle/>
        <a:p>
          <a:endParaRPr lang="en-GB"/>
        </a:p>
      </dgm:t>
    </dgm:pt>
    <dgm:pt modelId="{8A6E6D05-3225-42BE-B2E9-6248D600968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Sources provided: </a:t>
          </a:r>
        </a:p>
      </dgm:t>
    </dgm:pt>
    <dgm:pt modelId="{67076BDF-EA4C-4D8C-9AD6-C670F8F8B5EA}" type="parTrans" cxnId="{F0581AED-1EBA-442B-BD84-E3C572B79375}">
      <dgm:prSet/>
      <dgm:spPr/>
      <dgm:t>
        <a:bodyPr/>
        <a:lstStyle/>
        <a:p>
          <a:endParaRPr lang="en-GB"/>
        </a:p>
      </dgm:t>
    </dgm:pt>
    <dgm:pt modelId="{A451D287-5A30-43B9-9B94-4D74700D7D03}" type="sibTrans" cxnId="{F0581AED-1EBA-442B-BD84-E3C572B79375}">
      <dgm:prSet/>
      <dgm:spPr/>
      <dgm:t>
        <a:bodyPr/>
        <a:lstStyle/>
        <a:p>
          <a:endParaRPr lang="en-GB"/>
        </a:p>
      </dgm:t>
    </dgm:pt>
    <dgm:pt modelId="{CD3105CA-687E-48D8-9A4C-B596787C4E2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Scientific data </a:t>
          </a:r>
        </a:p>
      </dgm:t>
    </dgm:pt>
    <dgm:pt modelId="{FA4A15B3-A541-485A-AD90-B5AFD3C8EF31}" type="parTrans" cxnId="{D501207D-F166-44D1-B039-86EAD3BC16AD}">
      <dgm:prSet/>
      <dgm:spPr/>
      <dgm:t>
        <a:bodyPr/>
        <a:lstStyle/>
        <a:p>
          <a:endParaRPr lang="en-GB"/>
        </a:p>
      </dgm:t>
    </dgm:pt>
    <dgm:pt modelId="{9437ADB2-1724-4EF0-AC99-C67726144728}" type="sibTrans" cxnId="{D501207D-F166-44D1-B039-86EAD3BC16AD}">
      <dgm:prSet/>
      <dgm:spPr/>
      <dgm:t>
        <a:bodyPr/>
        <a:lstStyle/>
        <a:p>
          <a:endParaRPr lang="en-GB"/>
        </a:p>
      </dgm:t>
    </dgm:pt>
    <dgm:pt modelId="{4CE5AE84-AADB-44F7-8A53-C9AC59C93E9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Experimental evidence </a:t>
          </a:r>
        </a:p>
      </dgm:t>
    </dgm:pt>
    <dgm:pt modelId="{69886497-20F8-43A4-8AAD-171B3281E182}" type="parTrans" cxnId="{F2221D05-F76F-4968-80F6-7A53114F1ED9}">
      <dgm:prSet/>
      <dgm:spPr/>
      <dgm:t>
        <a:bodyPr/>
        <a:lstStyle/>
        <a:p>
          <a:endParaRPr lang="en-GB"/>
        </a:p>
      </dgm:t>
    </dgm:pt>
    <dgm:pt modelId="{3B5F5B4F-B1F2-4145-A2C6-F0998927E6B0}" type="sibTrans" cxnId="{F2221D05-F76F-4968-80F6-7A53114F1ED9}">
      <dgm:prSet/>
      <dgm:spPr/>
      <dgm:t>
        <a:bodyPr/>
        <a:lstStyle/>
        <a:p>
          <a:endParaRPr lang="en-GB"/>
        </a:p>
      </dgm:t>
    </dgm:pt>
    <dgm:pt modelId="{5486624F-79A0-4D6E-8468-160CA9B6CE1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Limitations: </a:t>
          </a:r>
        </a:p>
      </dgm:t>
    </dgm:pt>
    <dgm:pt modelId="{D6E1B0F9-B984-4AF4-AFCA-03B9E1C3D0FE}" type="parTrans" cxnId="{E8D440D6-143F-4A94-B4BD-F64F17D0B9C3}">
      <dgm:prSet/>
      <dgm:spPr/>
      <dgm:t>
        <a:bodyPr/>
        <a:lstStyle/>
        <a:p>
          <a:endParaRPr lang="en-GB"/>
        </a:p>
      </dgm:t>
    </dgm:pt>
    <dgm:pt modelId="{793CA822-5F66-4A14-B032-05CE53D6ECE2}" type="sibTrans" cxnId="{E8D440D6-143F-4A94-B4BD-F64F17D0B9C3}">
      <dgm:prSet/>
      <dgm:spPr/>
      <dgm:t>
        <a:bodyPr/>
        <a:lstStyle/>
        <a:p>
          <a:endParaRPr lang="en-GB"/>
        </a:p>
      </dgm:t>
    </dgm:pt>
    <dgm:pt modelId="{5EAF4745-9D14-4F3F-9F3B-BE6970E1520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Complex language </a:t>
          </a:r>
        </a:p>
      </dgm:t>
    </dgm:pt>
    <dgm:pt modelId="{F68FD0FA-95B0-4536-852D-9B5B0CE88879}" type="parTrans" cxnId="{380F1BD8-3718-4716-9292-0E67FE30F1A1}">
      <dgm:prSet/>
      <dgm:spPr/>
      <dgm:t>
        <a:bodyPr/>
        <a:lstStyle/>
        <a:p>
          <a:endParaRPr lang="en-GB"/>
        </a:p>
      </dgm:t>
    </dgm:pt>
    <dgm:pt modelId="{D053F453-AD90-4001-A679-27884023EF13}" type="sibTrans" cxnId="{380F1BD8-3718-4716-9292-0E67FE30F1A1}">
      <dgm:prSet/>
      <dgm:spPr/>
      <dgm:t>
        <a:bodyPr/>
        <a:lstStyle/>
        <a:p>
          <a:endParaRPr lang="en-GB"/>
        </a:p>
      </dgm:t>
    </dgm:pt>
    <dgm:pt modelId="{83FCE8AB-3FC7-41EC-9742-D24D49A22A4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Required careful analysis and paraphrasing </a:t>
          </a:r>
        </a:p>
      </dgm:t>
    </dgm:pt>
    <dgm:pt modelId="{EAC1CD47-5935-49BE-9B5E-436AC64A39BD}" type="parTrans" cxnId="{55384608-0836-43E6-9E1B-F1FA7758FCFC}">
      <dgm:prSet/>
      <dgm:spPr/>
      <dgm:t>
        <a:bodyPr/>
        <a:lstStyle/>
        <a:p>
          <a:endParaRPr lang="en-GB"/>
        </a:p>
      </dgm:t>
    </dgm:pt>
    <dgm:pt modelId="{8C857FAE-210C-452B-A8C4-0AAF95C5ECC1}" type="sibTrans" cxnId="{55384608-0836-43E6-9E1B-F1FA7758FCFC}">
      <dgm:prSet/>
      <dgm:spPr/>
      <dgm:t>
        <a:bodyPr/>
        <a:lstStyle/>
        <a:p>
          <a:endParaRPr lang="en-GB"/>
        </a:p>
      </dgm:t>
    </dgm:pt>
    <dgm:pt modelId="{79B05DB2-DF71-416E-890A-5A48D1EE0B8B}" type="pres">
      <dgm:prSet presAssocID="{373ABBC8-B072-4F2E-B178-50A5C9DF9EA9}" presName="root" presStyleCnt="0">
        <dgm:presLayoutVars>
          <dgm:dir/>
          <dgm:resizeHandles val="exact"/>
        </dgm:presLayoutVars>
      </dgm:prSet>
      <dgm:spPr/>
    </dgm:pt>
    <dgm:pt modelId="{4D526C2E-C9FD-41DC-9E8B-B7C6754C405F}" type="pres">
      <dgm:prSet presAssocID="{24B18464-CC86-43AF-BA17-664E2BBB2DE8}" presName="compNode" presStyleCnt="0"/>
      <dgm:spPr/>
    </dgm:pt>
    <dgm:pt modelId="{C5957441-AA98-4724-BA4D-B9EF09F2B0D3}" type="pres">
      <dgm:prSet presAssocID="{24B18464-CC86-43AF-BA17-664E2BBB2DE8}" presName="bgRect" presStyleLbl="bgShp" presStyleIdx="0" presStyleCnt="4"/>
      <dgm:spPr/>
    </dgm:pt>
    <dgm:pt modelId="{7CDF5010-2D5C-4847-8914-1C1429F225C8}" type="pres">
      <dgm:prSet presAssocID="{24B18464-CC86-43AF-BA17-664E2BBB2DE8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7FDF9A03-F008-4FBA-A08C-33FEA9BBFECE}" type="pres">
      <dgm:prSet presAssocID="{24B18464-CC86-43AF-BA17-664E2BBB2DE8}" presName="spaceRect" presStyleCnt="0"/>
      <dgm:spPr/>
    </dgm:pt>
    <dgm:pt modelId="{F086F6C8-C4C0-4408-AC74-5CFBA0A33B4E}" type="pres">
      <dgm:prSet presAssocID="{24B18464-CC86-43AF-BA17-664E2BBB2DE8}" presName="parTx" presStyleLbl="revTx" presStyleIdx="0" presStyleCnt="7">
        <dgm:presLayoutVars>
          <dgm:chMax val="0"/>
          <dgm:chPref val="0"/>
        </dgm:presLayoutVars>
      </dgm:prSet>
      <dgm:spPr/>
    </dgm:pt>
    <dgm:pt modelId="{218CD5E1-9F47-4B26-B6FD-5B06403FA7E3}" type="pres">
      <dgm:prSet presAssocID="{7A2561F6-ACDA-4D73-B6A9-0ACCD022B514}" presName="sibTrans" presStyleCnt="0"/>
      <dgm:spPr/>
    </dgm:pt>
    <dgm:pt modelId="{7537978C-750B-4455-AFA8-EF6C6A2D3D4D}" type="pres">
      <dgm:prSet presAssocID="{BFCBC025-8DF6-49AB-BD6B-AB235A025299}" presName="compNode" presStyleCnt="0"/>
      <dgm:spPr/>
    </dgm:pt>
    <dgm:pt modelId="{93EDDF7F-423D-4403-94D4-A50D3FAE7032}" type="pres">
      <dgm:prSet presAssocID="{BFCBC025-8DF6-49AB-BD6B-AB235A025299}" presName="bgRect" presStyleLbl="bgShp" presStyleIdx="1" presStyleCnt="4"/>
      <dgm:spPr/>
    </dgm:pt>
    <dgm:pt modelId="{457ABDF9-3CB1-4159-9042-3BAEAAF2DD24}" type="pres">
      <dgm:prSet presAssocID="{BFCBC025-8DF6-49AB-BD6B-AB235A02529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rtual RealityHeadset"/>
        </a:ext>
      </dgm:extLst>
    </dgm:pt>
    <dgm:pt modelId="{432E26CB-EFEF-4742-A84F-91C0E293B860}" type="pres">
      <dgm:prSet presAssocID="{BFCBC025-8DF6-49AB-BD6B-AB235A025299}" presName="spaceRect" presStyleCnt="0"/>
      <dgm:spPr/>
    </dgm:pt>
    <dgm:pt modelId="{FD9FC030-0A42-4BB9-B38A-9B0DDAB8CBD6}" type="pres">
      <dgm:prSet presAssocID="{BFCBC025-8DF6-49AB-BD6B-AB235A025299}" presName="parTx" presStyleLbl="revTx" presStyleIdx="1" presStyleCnt="7">
        <dgm:presLayoutVars>
          <dgm:chMax val="0"/>
          <dgm:chPref val="0"/>
        </dgm:presLayoutVars>
      </dgm:prSet>
      <dgm:spPr/>
    </dgm:pt>
    <dgm:pt modelId="{A9DD5F98-75A3-4A54-88B1-63D9397A242D}" type="pres">
      <dgm:prSet presAssocID="{BFCBC025-8DF6-49AB-BD6B-AB235A025299}" presName="desTx" presStyleLbl="revTx" presStyleIdx="2" presStyleCnt="7">
        <dgm:presLayoutVars/>
      </dgm:prSet>
      <dgm:spPr/>
    </dgm:pt>
    <dgm:pt modelId="{5A5F1760-0830-4A44-8DAD-3EC50F8899F2}" type="pres">
      <dgm:prSet presAssocID="{DC8371EC-FE32-4302-8EC9-48591A500EA0}" presName="sibTrans" presStyleCnt="0"/>
      <dgm:spPr/>
    </dgm:pt>
    <dgm:pt modelId="{AC4F1B5E-D5C9-486D-B8A3-15B5E4C175A7}" type="pres">
      <dgm:prSet presAssocID="{8A6E6D05-3225-42BE-B2E9-6248D6009688}" presName="compNode" presStyleCnt="0"/>
      <dgm:spPr/>
    </dgm:pt>
    <dgm:pt modelId="{3739BC4D-DF8A-4878-B4A5-DA29B839C8E8}" type="pres">
      <dgm:prSet presAssocID="{8A6E6D05-3225-42BE-B2E9-6248D6009688}" presName="bgRect" presStyleLbl="bgShp" presStyleIdx="2" presStyleCnt="4"/>
      <dgm:spPr/>
    </dgm:pt>
    <dgm:pt modelId="{0B4F9F2D-C70E-46C2-91FB-51373A6FBAD1}" type="pres">
      <dgm:prSet presAssocID="{8A6E6D05-3225-42BE-B2E9-6248D6009688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D0C5A2D2-5A85-4D8B-B0B7-1FE3DE6B3A40}" type="pres">
      <dgm:prSet presAssocID="{8A6E6D05-3225-42BE-B2E9-6248D6009688}" presName="spaceRect" presStyleCnt="0"/>
      <dgm:spPr/>
    </dgm:pt>
    <dgm:pt modelId="{0CF9EDB1-8B9A-4FC8-BBCF-A404C07FDFFD}" type="pres">
      <dgm:prSet presAssocID="{8A6E6D05-3225-42BE-B2E9-6248D6009688}" presName="parTx" presStyleLbl="revTx" presStyleIdx="3" presStyleCnt="7">
        <dgm:presLayoutVars>
          <dgm:chMax val="0"/>
          <dgm:chPref val="0"/>
        </dgm:presLayoutVars>
      </dgm:prSet>
      <dgm:spPr/>
    </dgm:pt>
    <dgm:pt modelId="{74881001-B187-410D-A0BD-5615D0453EBA}" type="pres">
      <dgm:prSet presAssocID="{8A6E6D05-3225-42BE-B2E9-6248D6009688}" presName="desTx" presStyleLbl="revTx" presStyleIdx="4" presStyleCnt="7">
        <dgm:presLayoutVars/>
      </dgm:prSet>
      <dgm:spPr/>
    </dgm:pt>
    <dgm:pt modelId="{60A77EBD-48E8-4CC9-BF0B-0F0C83CD6AEC}" type="pres">
      <dgm:prSet presAssocID="{A451D287-5A30-43B9-9B94-4D74700D7D03}" presName="sibTrans" presStyleCnt="0"/>
      <dgm:spPr/>
    </dgm:pt>
    <dgm:pt modelId="{08970AE9-2ABE-4C76-B202-FA4EAC1FE508}" type="pres">
      <dgm:prSet presAssocID="{5486624F-79A0-4D6E-8468-160CA9B6CE1B}" presName="compNode" presStyleCnt="0"/>
      <dgm:spPr/>
    </dgm:pt>
    <dgm:pt modelId="{99F032A5-A07D-43F0-B950-1FC1E22B9BD8}" type="pres">
      <dgm:prSet presAssocID="{5486624F-79A0-4D6E-8468-160CA9B6CE1B}" presName="bgRect" presStyleLbl="bgShp" presStyleIdx="3" presStyleCnt="4"/>
      <dgm:spPr/>
    </dgm:pt>
    <dgm:pt modelId="{33968C22-4EB1-4C0E-8F8D-12A508841897}" type="pres">
      <dgm:prSet presAssocID="{5486624F-79A0-4D6E-8468-160CA9B6CE1B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58326D14-CD39-43F5-89E9-E2BEFC30491C}" type="pres">
      <dgm:prSet presAssocID="{5486624F-79A0-4D6E-8468-160CA9B6CE1B}" presName="spaceRect" presStyleCnt="0"/>
      <dgm:spPr/>
    </dgm:pt>
    <dgm:pt modelId="{41A77618-27AF-48EB-A9A7-912A3125515F}" type="pres">
      <dgm:prSet presAssocID="{5486624F-79A0-4D6E-8468-160CA9B6CE1B}" presName="parTx" presStyleLbl="revTx" presStyleIdx="5" presStyleCnt="7">
        <dgm:presLayoutVars>
          <dgm:chMax val="0"/>
          <dgm:chPref val="0"/>
        </dgm:presLayoutVars>
      </dgm:prSet>
      <dgm:spPr/>
    </dgm:pt>
    <dgm:pt modelId="{89AEF7DD-CC33-45C9-A8BC-A3184C6147BF}" type="pres">
      <dgm:prSet presAssocID="{5486624F-79A0-4D6E-8468-160CA9B6CE1B}" presName="desTx" presStyleLbl="revTx" presStyleIdx="6" presStyleCnt="7">
        <dgm:presLayoutVars/>
      </dgm:prSet>
      <dgm:spPr/>
    </dgm:pt>
  </dgm:ptLst>
  <dgm:cxnLst>
    <dgm:cxn modelId="{F2221D05-F76F-4968-80F6-7A53114F1ED9}" srcId="{8A6E6D05-3225-42BE-B2E9-6248D6009688}" destId="{4CE5AE84-AADB-44F7-8A53-C9AC59C93E9E}" srcOrd="1" destOrd="0" parTransId="{69886497-20F8-43A4-8AAD-171B3281E182}" sibTransId="{3B5F5B4F-B1F2-4145-A2C6-F0998927E6B0}"/>
    <dgm:cxn modelId="{55384608-0836-43E6-9E1B-F1FA7758FCFC}" srcId="{5486624F-79A0-4D6E-8468-160CA9B6CE1B}" destId="{83FCE8AB-3FC7-41EC-9742-D24D49A22A44}" srcOrd="1" destOrd="0" parTransId="{EAC1CD47-5935-49BE-9B5E-436AC64A39BD}" sibTransId="{8C857FAE-210C-452B-A8C4-0AAF95C5ECC1}"/>
    <dgm:cxn modelId="{E6B5050C-22AA-4F78-977A-9AD0DC51F46C}" type="presOf" srcId="{8A6E6D05-3225-42BE-B2E9-6248D6009688}" destId="{0CF9EDB1-8B9A-4FC8-BBCF-A404C07FDFFD}" srcOrd="0" destOrd="0" presId="urn:microsoft.com/office/officeart/2018/2/layout/IconVerticalSolidList"/>
    <dgm:cxn modelId="{F7137230-6226-4F12-9F87-CD0FB9A29977}" type="presOf" srcId="{373ABBC8-B072-4F2E-B178-50A5C9DF9EA9}" destId="{79B05DB2-DF71-416E-890A-5A48D1EE0B8B}" srcOrd="0" destOrd="0" presId="urn:microsoft.com/office/officeart/2018/2/layout/IconVerticalSolidList"/>
    <dgm:cxn modelId="{0BCD1D65-2CD9-49DA-9A21-D69487CF77E6}" type="presOf" srcId="{5EAF4745-9D14-4F3F-9F3B-BE6970E15202}" destId="{89AEF7DD-CC33-45C9-A8BC-A3184C6147BF}" srcOrd="0" destOrd="0" presId="urn:microsoft.com/office/officeart/2018/2/layout/IconVerticalSolidList"/>
    <dgm:cxn modelId="{7A7BEF6B-A6E1-4B85-9FEC-B0752A981E45}" type="presOf" srcId="{6E25713A-8054-427D-9951-2267F54BD84E}" destId="{A9DD5F98-75A3-4A54-88B1-63D9397A242D}" srcOrd="0" destOrd="0" presId="urn:microsoft.com/office/officeart/2018/2/layout/IconVerticalSolidList"/>
    <dgm:cxn modelId="{947C7170-6CA1-46E8-A1C6-79A18070243E}" srcId="{373ABBC8-B072-4F2E-B178-50A5C9DF9EA9}" destId="{24B18464-CC86-43AF-BA17-664E2BBB2DE8}" srcOrd="0" destOrd="0" parTransId="{807AB519-8776-4972-9675-79B3105B3DDA}" sibTransId="{7A2561F6-ACDA-4D73-B6A9-0ACCD022B514}"/>
    <dgm:cxn modelId="{33C61C59-CF76-4490-B4A2-D8C1F894424F}" type="presOf" srcId="{CD3105CA-687E-48D8-9A4C-B596787C4E29}" destId="{74881001-B187-410D-A0BD-5615D0453EBA}" srcOrd="0" destOrd="0" presId="urn:microsoft.com/office/officeart/2018/2/layout/IconVerticalSolidList"/>
    <dgm:cxn modelId="{D501207D-F166-44D1-B039-86EAD3BC16AD}" srcId="{8A6E6D05-3225-42BE-B2E9-6248D6009688}" destId="{CD3105CA-687E-48D8-9A4C-B596787C4E29}" srcOrd="0" destOrd="0" parTransId="{FA4A15B3-A541-485A-AD90-B5AFD3C8EF31}" sibTransId="{9437ADB2-1724-4EF0-AC99-C67726144728}"/>
    <dgm:cxn modelId="{B7A8C390-906E-4BEE-8EFF-E0BD7FB2AAEB}" srcId="{373ABBC8-B072-4F2E-B178-50A5C9DF9EA9}" destId="{BFCBC025-8DF6-49AB-BD6B-AB235A025299}" srcOrd="1" destOrd="0" parTransId="{86B42440-7919-473D-99D0-D21ED90A0681}" sibTransId="{DC8371EC-FE32-4302-8EC9-48591A500EA0}"/>
    <dgm:cxn modelId="{553411A4-F9F2-45D4-AAD3-E043D781CA0D}" type="presOf" srcId="{5486624F-79A0-4D6E-8468-160CA9B6CE1B}" destId="{41A77618-27AF-48EB-A9A7-912A3125515F}" srcOrd="0" destOrd="0" presId="urn:microsoft.com/office/officeart/2018/2/layout/IconVerticalSolidList"/>
    <dgm:cxn modelId="{FEBD1FA5-0F0E-488D-9D1F-9EE2C2689562}" type="presOf" srcId="{4CE5AE84-AADB-44F7-8A53-C9AC59C93E9E}" destId="{74881001-B187-410D-A0BD-5615D0453EBA}" srcOrd="0" destOrd="1" presId="urn:microsoft.com/office/officeart/2018/2/layout/IconVerticalSolidList"/>
    <dgm:cxn modelId="{ACF73CA7-EFC2-4071-AFB2-1BDF70657916}" srcId="{BFCBC025-8DF6-49AB-BD6B-AB235A025299}" destId="{6E25713A-8054-427D-9951-2267F54BD84E}" srcOrd="0" destOrd="0" parTransId="{BBE1399C-0EEB-498B-B014-F6023547B2E3}" sibTransId="{F20F6E69-6FB0-46DA-B806-03B0134E1B0D}"/>
    <dgm:cxn modelId="{CBB186B2-7E12-4856-AD79-CE9F2B8B68CF}" type="presOf" srcId="{83FCE8AB-3FC7-41EC-9742-D24D49A22A44}" destId="{89AEF7DD-CC33-45C9-A8BC-A3184C6147BF}" srcOrd="0" destOrd="1" presId="urn:microsoft.com/office/officeart/2018/2/layout/IconVerticalSolidList"/>
    <dgm:cxn modelId="{BBE3DAB6-FF66-4A40-94CE-CA341219CBE3}" type="presOf" srcId="{BFCBC025-8DF6-49AB-BD6B-AB235A025299}" destId="{FD9FC030-0A42-4BB9-B38A-9B0DDAB8CBD6}" srcOrd="0" destOrd="0" presId="urn:microsoft.com/office/officeart/2018/2/layout/IconVerticalSolidList"/>
    <dgm:cxn modelId="{E8D440D6-143F-4A94-B4BD-F64F17D0B9C3}" srcId="{373ABBC8-B072-4F2E-B178-50A5C9DF9EA9}" destId="{5486624F-79A0-4D6E-8468-160CA9B6CE1B}" srcOrd="3" destOrd="0" parTransId="{D6E1B0F9-B984-4AF4-AFCA-03B9E1C3D0FE}" sibTransId="{793CA822-5F66-4A14-B032-05CE53D6ECE2}"/>
    <dgm:cxn modelId="{380F1BD8-3718-4716-9292-0E67FE30F1A1}" srcId="{5486624F-79A0-4D6E-8468-160CA9B6CE1B}" destId="{5EAF4745-9D14-4F3F-9F3B-BE6970E15202}" srcOrd="0" destOrd="0" parTransId="{F68FD0FA-95B0-4536-852D-9B5B0CE88879}" sibTransId="{D053F453-AD90-4001-A679-27884023EF13}"/>
    <dgm:cxn modelId="{B82C10DF-50E1-4325-A3FC-2FB36CE820CF}" type="presOf" srcId="{24B18464-CC86-43AF-BA17-664E2BBB2DE8}" destId="{F086F6C8-C4C0-4408-AC74-5CFBA0A33B4E}" srcOrd="0" destOrd="0" presId="urn:microsoft.com/office/officeart/2018/2/layout/IconVerticalSolidList"/>
    <dgm:cxn modelId="{F0581AED-1EBA-442B-BD84-E3C572B79375}" srcId="{373ABBC8-B072-4F2E-B178-50A5C9DF9EA9}" destId="{8A6E6D05-3225-42BE-B2E9-6248D6009688}" srcOrd="2" destOrd="0" parTransId="{67076BDF-EA4C-4D8C-9AD6-C670F8F8B5EA}" sibTransId="{A451D287-5A30-43B9-9B94-4D74700D7D03}"/>
    <dgm:cxn modelId="{28C13C65-452F-441B-9F9D-6783953C5567}" type="presParOf" srcId="{79B05DB2-DF71-416E-890A-5A48D1EE0B8B}" destId="{4D526C2E-C9FD-41DC-9E8B-B7C6754C405F}" srcOrd="0" destOrd="0" presId="urn:microsoft.com/office/officeart/2018/2/layout/IconVerticalSolidList"/>
    <dgm:cxn modelId="{5C47EA72-F095-44F9-AFB0-744B2597095F}" type="presParOf" srcId="{4D526C2E-C9FD-41DC-9E8B-B7C6754C405F}" destId="{C5957441-AA98-4724-BA4D-B9EF09F2B0D3}" srcOrd="0" destOrd="0" presId="urn:microsoft.com/office/officeart/2018/2/layout/IconVerticalSolidList"/>
    <dgm:cxn modelId="{9BC15266-18FF-4DDA-BEE8-2F6D98983EBF}" type="presParOf" srcId="{4D526C2E-C9FD-41DC-9E8B-B7C6754C405F}" destId="{7CDF5010-2D5C-4847-8914-1C1429F225C8}" srcOrd="1" destOrd="0" presId="urn:microsoft.com/office/officeart/2018/2/layout/IconVerticalSolidList"/>
    <dgm:cxn modelId="{B94A3474-6F27-468A-A7B2-B5FFFD6BCEF5}" type="presParOf" srcId="{4D526C2E-C9FD-41DC-9E8B-B7C6754C405F}" destId="{7FDF9A03-F008-4FBA-A08C-33FEA9BBFECE}" srcOrd="2" destOrd="0" presId="urn:microsoft.com/office/officeart/2018/2/layout/IconVerticalSolidList"/>
    <dgm:cxn modelId="{6169AC43-F9BE-4885-A3B0-6FCD090AD9B0}" type="presParOf" srcId="{4D526C2E-C9FD-41DC-9E8B-B7C6754C405F}" destId="{F086F6C8-C4C0-4408-AC74-5CFBA0A33B4E}" srcOrd="3" destOrd="0" presId="urn:microsoft.com/office/officeart/2018/2/layout/IconVerticalSolidList"/>
    <dgm:cxn modelId="{916AF238-50B7-4198-8D45-97A8C3F2F9CD}" type="presParOf" srcId="{79B05DB2-DF71-416E-890A-5A48D1EE0B8B}" destId="{218CD5E1-9F47-4B26-B6FD-5B06403FA7E3}" srcOrd="1" destOrd="0" presId="urn:microsoft.com/office/officeart/2018/2/layout/IconVerticalSolidList"/>
    <dgm:cxn modelId="{EE7CE64E-5B7D-4BE0-917B-22DC64A84A6A}" type="presParOf" srcId="{79B05DB2-DF71-416E-890A-5A48D1EE0B8B}" destId="{7537978C-750B-4455-AFA8-EF6C6A2D3D4D}" srcOrd="2" destOrd="0" presId="urn:microsoft.com/office/officeart/2018/2/layout/IconVerticalSolidList"/>
    <dgm:cxn modelId="{CE49DCC2-F6F8-4D56-AC48-3ED0B21D867D}" type="presParOf" srcId="{7537978C-750B-4455-AFA8-EF6C6A2D3D4D}" destId="{93EDDF7F-423D-4403-94D4-A50D3FAE7032}" srcOrd="0" destOrd="0" presId="urn:microsoft.com/office/officeart/2018/2/layout/IconVerticalSolidList"/>
    <dgm:cxn modelId="{BCFE604B-8C1C-414B-8A06-3B4A83560943}" type="presParOf" srcId="{7537978C-750B-4455-AFA8-EF6C6A2D3D4D}" destId="{457ABDF9-3CB1-4159-9042-3BAEAAF2DD24}" srcOrd="1" destOrd="0" presId="urn:microsoft.com/office/officeart/2018/2/layout/IconVerticalSolidList"/>
    <dgm:cxn modelId="{086B9222-0BA8-43B9-A0CA-DEFBBC86C677}" type="presParOf" srcId="{7537978C-750B-4455-AFA8-EF6C6A2D3D4D}" destId="{432E26CB-EFEF-4742-A84F-91C0E293B860}" srcOrd="2" destOrd="0" presId="urn:microsoft.com/office/officeart/2018/2/layout/IconVerticalSolidList"/>
    <dgm:cxn modelId="{0F121940-00BC-433F-BE84-14222CC71510}" type="presParOf" srcId="{7537978C-750B-4455-AFA8-EF6C6A2D3D4D}" destId="{FD9FC030-0A42-4BB9-B38A-9B0DDAB8CBD6}" srcOrd="3" destOrd="0" presId="urn:microsoft.com/office/officeart/2018/2/layout/IconVerticalSolidList"/>
    <dgm:cxn modelId="{CA4358FB-9342-45FA-958A-CC029C28C2AA}" type="presParOf" srcId="{7537978C-750B-4455-AFA8-EF6C6A2D3D4D}" destId="{A9DD5F98-75A3-4A54-88B1-63D9397A242D}" srcOrd="4" destOrd="0" presId="urn:microsoft.com/office/officeart/2018/2/layout/IconVerticalSolidList"/>
    <dgm:cxn modelId="{83F5858F-7C56-48BA-8D87-B689C6A228F5}" type="presParOf" srcId="{79B05DB2-DF71-416E-890A-5A48D1EE0B8B}" destId="{5A5F1760-0830-4A44-8DAD-3EC50F8899F2}" srcOrd="3" destOrd="0" presId="urn:microsoft.com/office/officeart/2018/2/layout/IconVerticalSolidList"/>
    <dgm:cxn modelId="{E7745002-336B-4158-81A4-C058B219D420}" type="presParOf" srcId="{79B05DB2-DF71-416E-890A-5A48D1EE0B8B}" destId="{AC4F1B5E-D5C9-486D-B8A3-15B5E4C175A7}" srcOrd="4" destOrd="0" presId="urn:microsoft.com/office/officeart/2018/2/layout/IconVerticalSolidList"/>
    <dgm:cxn modelId="{06C64B14-2253-4C1B-952D-BC3772030C23}" type="presParOf" srcId="{AC4F1B5E-D5C9-486D-B8A3-15B5E4C175A7}" destId="{3739BC4D-DF8A-4878-B4A5-DA29B839C8E8}" srcOrd="0" destOrd="0" presId="urn:microsoft.com/office/officeart/2018/2/layout/IconVerticalSolidList"/>
    <dgm:cxn modelId="{A2EB04AE-F0D9-41A7-9680-137B1E08FCAC}" type="presParOf" srcId="{AC4F1B5E-D5C9-486D-B8A3-15B5E4C175A7}" destId="{0B4F9F2D-C70E-46C2-91FB-51373A6FBAD1}" srcOrd="1" destOrd="0" presId="urn:microsoft.com/office/officeart/2018/2/layout/IconVerticalSolidList"/>
    <dgm:cxn modelId="{B0229132-F054-4CB4-A81A-9616D350189C}" type="presParOf" srcId="{AC4F1B5E-D5C9-486D-B8A3-15B5E4C175A7}" destId="{D0C5A2D2-5A85-4D8B-B0B7-1FE3DE6B3A40}" srcOrd="2" destOrd="0" presId="urn:microsoft.com/office/officeart/2018/2/layout/IconVerticalSolidList"/>
    <dgm:cxn modelId="{E669BBCA-ACA7-4C2F-AAE8-B99E314BCAC3}" type="presParOf" srcId="{AC4F1B5E-D5C9-486D-B8A3-15B5E4C175A7}" destId="{0CF9EDB1-8B9A-4FC8-BBCF-A404C07FDFFD}" srcOrd="3" destOrd="0" presId="urn:microsoft.com/office/officeart/2018/2/layout/IconVerticalSolidList"/>
    <dgm:cxn modelId="{C8612B67-B5E1-4255-90A9-A17C19179257}" type="presParOf" srcId="{AC4F1B5E-D5C9-486D-B8A3-15B5E4C175A7}" destId="{74881001-B187-410D-A0BD-5615D0453EBA}" srcOrd="4" destOrd="0" presId="urn:microsoft.com/office/officeart/2018/2/layout/IconVerticalSolidList"/>
    <dgm:cxn modelId="{D78E2C9E-55EC-42A5-9945-EE75A0AD54BD}" type="presParOf" srcId="{79B05DB2-DF71-416E-890A-5A48D1EE0B8B}" destId="{60A77EBD-48E8-4CC9-BF0B-0F0C83CD6AEC}" srcOrd="5" destOrd="0" presId="urn:microsoft.com/office/officeart/2018/2/layout/IconVerticalSolidList"/>
    <dgm:cxn modelId="{ADD1DF9F-C197-45BD-B191-22BFC723E967}" type="presParOf" srcId="{79B05DB2-DF71-416E-890A-5A48D1EE0B8B}" destId="{08970AE9-2ABE-4C76-B202-FA4EAC1FE508}" srcOrd="6" destOrd="0" presId="urn:microsoft.com/office/officeart/2018/2/layout/IconVerticalSolidList"/>
    <dgm:cxn modelId="{B05D5CD4-81C0-4799-8190-C695679F71B1}" type="presParOf" srcId="{08970AE9-2ABE-4C76-B202-FA4EAC1FE508}" destId="{99F032A5-A07D-43F0-B950-1FC1E22B9BD8}" srcOrd="0" destOrd="0" presId="urn:microsoft.com/office/officeart/2018/2/layout/IconVerticalSolidList"/>
    <dgm:cxn modelId="{5A75252B-CBDC-46F1-89D5-8B85D586D454}" type="presParOf" srcId="{08970AE9-2ABE-4C76-B202-FA4EAC1FE508}" destId="{33968C22-4EB1-4C0E-8F8D-12A508841897}" srcOrd="1" destOrd="0" presId="urn:microsoft.com/office/officeart/2018/2/layout/IconVerticalSolidList"/>
    <dgm:cxn modelId="{4FFC5EB1-8D17-4F5E-9DFC-3F72228FD804}" type="presParOf" srcId="{08970AE9-2ABE-4C76-B202-FA4EAC1FE508}" destId="{58326D14-CD39-43F5-89E9-E2BEFC30491C}" srcOrd="2" destOrd="0" presId="urn:microsoft.com/office/officeart/2018/2/layout/IconVerticalSolidList"/>
    <dgm:cxn modelId="{9A2EB88F-F96D-4DB7-8385-7B7EEEA284C7}" type="presParOf" srcId="{08970AE9-2ABE-4C76-B202-FA4EAC1FE508}" destId="{41A77618-27AF-48EB-A9A7-912A3125515F}" srcOrd="3" destOrd="0" presId="urn:microsoft.com/office/officeart/2018/2/layout/IconVerticalSolidList"/>
    <dgm:cxn modelId="{7D6AD22A-FD6A-443F-84CC-0B5A7DB21A13}" type="presParOf" srcId="{08970AE9-2ABE-4C76-B202-FA4EAC1FE508}" destId="{89AEF7DD-CC33-45C9-A8BC-A3184C6147BF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3583DE0-CD38-40C8-B17D-8F422A3373E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AD44F04-11B6-43B4-A710-C8258F437C9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Prolonged VR use reduces postural stability </a:t>
          </a:r>
        </a:p>
      </dgm:t>
    </dgm:pt>
    <dgm:pt modelId="{FA85C8BD-46A7-4478-91B0-16DC97634649}" type="parTrans" cxnId="{AC87C065-F0BB-40F8-A3BD-A4C693E77762}">
      <dgm:prSet/>
      <dgm:spPr/>
      <dgm:t>
        <a:bodyPr/>
        <a:lstStyle/>
        <a:p>
          <a:endParaRPr lang="en-GB"/>
        </a:p>
      </dgm:t>
    </dgm:pt>
    <dgm:pt modelId="{DA9DDED6-60AA-4B0B-A821-C14E43573BC9}" type="sibTrans" cxnId="{AC87C065-F0BB-40F8-A3BD-A4C693E77762}">
      <dgm:prSet/>
      <dgm:spPr/>
      <dgm:t>
        <a:bodyPr/>
        <a:lstStyle/>
        <a:p>
          <a:endParaRPr lang="en-GB"/>
        </a:p>
      </dgm:t>
    </dgm:pt>
    <dgm:pt modelId="{40EB0299-0137-4573-9CE0-B6F03FB838A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Caused by sensory conflict between: </a:t>
          </a:r>
        </a:p>
      </dgm:t>
    </dgm:pt>
    <dgm:pt modelId="{170600DB-B408-4744-B14F-5FA6CDF75B07}" type="parTrans" cxnId="{225C0C6C-C153-41FE-9FEC-0BC2FB7A6183}">
      <dgm:prSet/>
      <dgm:spPr/>
      <dgm:t>
        <a:bodyPr/>
        <a:lstStyle/>
        <a:p>
          <a:endParaRPr lang="en-GB"/>
        </a:p>
      </dgm:t>
    </dgm:pt>
    <dgm:pt modelId="{DA0F417A-C604-4272-BA4B-8CFB539715A3}" type="sibTrans" cxnId="{225C0C6C-C153-41FE-9FEC-0BC2FB7A6183}">
      <dgm:prSet/>
      <dgm:spPr/>
      <dgm:t>
        <a:bodyPr/>
        <a:lstStyle/>
        <a:p>
          <a:endParaRPr lang="en-GB"/>
        </a:p>
      </dgm:t>
    </dgm:pt>
    <dgm:pt modelId="{08222232-536B-4170-9CA3-22AAF5D5891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Visual input </a:t>
          </a:r>
        </a:p>
      </dgm:t>
    </dgm:pt>
    <dgm:pt modelId="{71E9943E-F15D-4254-A414-A6FAEFCEE140}" type="parTrans" cxnId="{9A6ADC7A-23B9-44AF-B683-B82593ECC6EB}">
      <dgm:prSet/>
      <dgm:spPr/>
      <dgm:t>
        <a:bodyPr/>
        <a:lstStyle/>
        <a:p>
          <a:endParaRPr lang="en-GB"/>
        </a:p>
      </dgm:t>
    </dgm:pt>
    <dgm:pt modelId="{66C97159-552D-4A16-972F-46D0A8512A0A}" type="sibTrans" cxnId="{9A6ADC7A-23B9-44AF-B683-B82593ECC6EB}">
      <dgm:prSet/>
      <dgm:spPr/>
      <dgm:t>
        <a:bodyPr/>
        <a:lstStyle/>
        <a:p>
          <a:endParaRPr lang="en-GB"/>
        </a:p>
      </dgm:t>
    </dgm:pt>
    <dgm:pt modelId="{AC8EE2A4-3045-4462-83B6-2B094489197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Physical movement </a:t>
          </a:r>
        </a:p>
      </dgm:t>
    </dgm:pt>
    <dgm:pt modelId="{79CB9D73-8803-4131-AA06-B0D9E45F6EB4}" type="parTrans" cxnId="{17FB4278-E069-40A5-9366-C2281A41BD65}">
      <dgm:prSet/>
      <dgm:spPr/>
      <dgm:t>
        <a:bodyPr/>
        <a:lstStyle/>
        <a:p>
          <a:endParaRPr lang="en-GB"/>
        </a:p>
      </dgm:t>
    </dgm:pt>
    <dgm:pt modelId="{6C13E26C-26EE-45E8-B5D5-DE0E3AA0F010}" type="sibTrans" cxnId="{17FB4278-E069-40A5-9366-C2281A41BD65}">
      <dgm:prSet/>
      <dgm:spPr/>
      <dgm:t>
        <a:bodyPr/>
        <a:lstStyle/>
        <a:p>
          <a:endParaRPr lang="en-GB"/>
        </a:p>
      </dgm:t>
    </dgm:pt>
    <dgm:pt modelId="{5BD36EBB-3E5C-49AB-BD5B-8D74D87008B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Users may experience: </a:t>
          </a:r>
        </a:p>
      </dgm:t>
    </dgm:pt>
    <dgm:pt modelId="{F137CB33-C735-4EB6-A681-3177868DB72F}" type="parTrans" cxnId="{4BCA3BB0-DC85-4F02-99F6-01F5F6D5E518}">
      <dgm:prSet/>
      <dgm:spPr/>
      <dgm:t>
        <a:bodyPr/>
        <a:lstStyle/>
        <a:p>
          <a:endParaRPr lang="en-GB"/>
        </a:p>
      </dgm:t>
    </dgm:pt>
    <dgm:pt modelId="{92CBD7D8-3573-4533-91A8-7005025FC709}" type="sibTrans" cxnId="{4BCA3BB0-DC85-4F02-99F6-01F5F6D5E518}">
      <dgm:prSet/>
      <dgm:spPr/>
      <dgm:t>
        <a:bodyPr/>
        <a:lstStyle/>
        <a:p>
          <a:endParaRPr lang="en-GB"/>
        </a:p>
      </dgm:t>
    </dgm:pt>
    <dgm:pt modelId="{CFB040CC-080B-4AAD-A1C4-EF28C0DD0F1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Loss of balance </a:t>
          </a:r>
        </a:p>
      </dgm:t>
    </dgm:pt>
    <dgm:pt modelId="{98C17859-46CE-4003-B840-DE5C5CA2531B}" type="parTrans" cxnId="{92EFE8DE-E2F9-4953-B97F-BD89489D3740}">
      <dgm:prSet/>
      <dgm:spPr/>
      <dgm:t>
        <a:bodyPr/>
        <a:lstStyle/>
        <a:p>
          <a:endParaRPr lang="en-GB"/>
        </a:p>
      </dgm:t>
    </dgm:pt>
    <dgm:pt modelId="{DD55BFA0-ED59-4302-86C9-3BEFA2343AA4}" type="sibTrans" cxnId="{92EFE8DE-E2F9-4953-B97F-BD89489D3740}">
      <dgm:prSet/>
      <dgm:spPr/>
      <dgm:t>
        <a:bodyPr/>
        <a:lstStyle/>
        <a:p>
          <a:endParaRPr lang="en-GB"/>
        </a:p>
      </dgm:t>
    </dgm:pt>
    <dgm:pt modelId="{FB9D476C-3801-4667-860F-DB499E0173E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Instability after VR sessions </a:t>
          </a:r>
        </a:p>
      </dgm:t>
    </dgm:pt>
    <dgm:pt modelId="{75FEEFF5-232B-4FF7-93A5-BE7B90CAE2D7}" type="parTrans" cxnId="{2059864E-2A98-4378-9D8F-E257E2922643}">
      <dgm:prSet/>
      <dgm:spPr/>
      <dgm:t>
        <a:bodyPr/>
        <a:lstStyle/>
        <a:p>
          <a:endParaRPr lang="en-GB"/>
        </a:p>
      </dgm:t>
    </dgm:pt>
    <dgm:pt modelId="{1B92E36F-D3C9-4A67-98A3-CADCFAB8B48F}" type="sibTrans" cxnId="{2059864E-2A98-4378-9D8F-E257E2922643}">
      <dgm:prSet/>
      <dgm:spPr/>
      <dgm:t>
        <a:bodyPr/>
        <a:lstStyle/>
        <a:p>
          <a:endParaRPr lang="en-GB"/>
        </a:p>
      </dgm:t>
    </dgm:pt>
    <dgm:pt modelId="{37803444-18ED-4E0D-9B60-5846EC01342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Supported by Stanney et al. (2020) </a:t>
          </a:r>
        </a:p>
      </dgm:t>
    </dgm:pt>
    <dgm:pt modelId="{9E8065B1-D235-41F5-B827-E7232FC6E389}" type="parTrans" cxnId="{BD4A5DA1-8FD5-4CB5-B35F-CA4B094E108D}">
      <dgm:prSet/>
      <dgm:spPr/>
      <dgm:t>
        <a:bodyPr/>
        <a:lstStyle/>
        <a:p>
          <a:endParaRPr lang="en-GB"/>
        </a:p>
      </dgm:t>
    </dgm:pt>
    <dgm:pt modelId="{6DBFE9C3-02D9-4FA2-B1D8-0310620C7527}" type="sibTrans" cxnId="{BD4A5DA1-8FD5-4CB5-B35F-CA4B094E108D}">
      <dgm:prSet/>
      <dgm:spPr/>
      <dgm:t>
        <a:bodyPr/>
        <a:lstStyle/>
        <a:p>
          <a:endParaRPr lang="en-GB"/>
        </a:p>
      </dgm:t>
    </dgm:pt>
    <dgm:pt modelId="{15129912-2311-422E-80E4-81654AE445B5}" type="pres">
      <dgm:prSet presAssocID="{D3583DE0-CD38-40C8-B17D-8F422A3373E5}" presName="root" presStyleCnt="0">
        <dgm:presLayoutVars>
          <dgm:dir/>
          <dgm:resizeHandles val="exact"/>
        </dgm:presLayoutVars>
      </dgm:prSet>
      <dgm:spPr/>
    </dgm:pt>
    <dgm:pt modelId="{F3F37CAC-7ABB-405B-AA3A-0D263941C9FE}" type="pres">
      <dgm:prSet presAssocID="{7AD44F04-11B6-43B4-A710-C8258F437C9F}" presName="compNode" presStyleCnt="0"/>
      <dgm:spPr/>
    </dgm:pt>
    <dgm:pt modelId="{44D85D02-3617-4015-8A7E-1A7EF4F6F2D6}" type="pres">
      <dgm:prSet presAssocID="{7AD44F04-11B6-43B4-A710-C8258F437C9F}" presName="bgRect" presStyleLbl="bgShp" presStyleIdx="0" presStyleCnt="8"/>
      <dgm:spPr/>
    </dgm:pt>
    <dgm:pt modelId="{31345295-3D36-4FA2-ACD5-20D05FF272FB}" type="pres">
      <dgm:prSet presAssocID="{7AD44F04-11B6-43B4-A710-C8258F437C9F}" presName="iconRect" presStyleLbl="node1" presStyleIdx="0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00DB37E6-1B82-4044-9F80-522E4A368C7F}" type="pres">
      <dgm:prSet presAssocID="{7AD44F04-11B6-43B4-A710-C8258F437C9F}" presName="spaceRect" presStyleCnt="0"/>
      <dgm:spPr/>
    </dgm:pt>
    <dgm:pt modelId="{52B0D87B-3A39-413A-AFB1-325DECF72E52}" type="pres">
      <dgm:prSet presAssocID="{7AD44F04-11B6-43B4-A710-C8258F437C9F}" presName="parTx" presStyleLbl="revTx" presStyleIdx="0" presStyleCnt="8">
        <dgm:presLayoutVars>
          <dgm:chMax val="0"/>
          <dgm:chPref val="0"/>
        </dgm:presLayoutVars>
      </dgm:prSet>
      <dgm:spPr/>
    </dgm:pt>
    <dgm:pt modelId="{143ECB0A-7D21-413E-9B0C-6475DDF1288D}" type="pres">
      <dgm:prSet presAssocID="{DA9DDED6-60AA-4B0B-A821-C14E43573BC9}" presName="sibTrans" presStyleCnt="0"/>
      <dgm:spPr/>
    </dgm:pt>
    <dgm:pt modelId="{AC8B304F-9197-4BED-8AB2-FDA01F6A80F4}" type="pres">
      <dgm:prSet presAssocID="{40EB0299-0137-4573-9CE0-B6F03FB838A1}" presName="compNode" presStyleCnt="0"/>
      <dgm:spPr/>
    </dgm:pt>
    <dgm:pt modelId="{E1BE4724-2200-4B4B-92BE-15E1D26ED950}" type="pres">
      <dgm:prSet presAssocID="{40EB0299-0137-4573-9CE0-B6F03FB838A1}" presName="bgRect" presStyleLbl="bgShp" presStyleIdx="1" presStyleCnt="8"/>
      <dgm:spPr/>
    </dgm:pt>
    <dgm:pt modelId="{CA6835AF-74CF-4BFC-B572-645359E08B3C}" type="pres">
      <dgm:prSet presAssocID="{40EB0299-0137-4573-9CE0-B6F03FB838A1}" presName="iconRect" presStyleLbl="node1" presStyleIdx="1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6767660C-39DA-4EC1-ADE9-AD4B0D7C96A0}" type="pres">
      <dgm:prSet presAssocID="{40EB0299-0137-4573-9CE0-B6F03FB838A1}" presName="spaceRect" presStyleCnt="0"/>
      <dgm:spPr/>
    </dgm:pt>
    <dgm:pt modelId="{98BE62BE-A5AC-4F75-9402-A40C98FACBD0}" type="pres">
      <dgm:prSet presAssocID="{40EB0299-0137-4573-9CE0-B6F03FB838A1}" presName="parTx" presStyleLbl="revTx" presStyleIdx="1" presStyleCnt="8">
        <dgm:presLayoutVars>
          <dgm:chMax val="0"/>
          <dgm:chPref val="0"/>
        </dgm:presLayoutVars>
      </dgm:prSet>
      <dgm:spPr/>
    </dgm:pt>
    <dgm:pt modelId="{972DD641-30A7-4B2F-B40E-56A82BEB6DFD}" type="pres">
      <dgm:prSet presAssocID="{DA0F417A-C604-4272-BA4B-8CFB539715A3}" presName="sibTrans" presStyleCnt="0"/>
      <dgm:spPr/>
    </dgm:pt>
    <dgm:pt modelId="{79AFCEEA-462D-4FCC-9174-15EA06C2362C}" type="pres">
      <dgm:prSet presAssocID="{08222232-536B-4170-9CA3-22AAF5D58916}" presName="compNode" presStyleCnt="0"/>
      <dgm:spPr/>
    </dgm:pt>
    <dgm:pt modelId="{292DCE95-3B00-47EC-8BCB-514A493B2CF9}" type="pres">
      <dgm:prSet presAssocID="{08222232-536B-4170-9CA3-22AAF5D58916}" presName="bgRect" presStyleLbl="bgShp" presStyleIdx="2" presStyleCnt="8"/>
      <dgm:spPr/>
    </dgm:pt>
    <dgm:pt modelId="{B58E2CDD-C9B3-4872-B1E0-32230284CE71}" type="pres">
      <dgm:prSet presAssocID="{08222232-536B-4170-9CA3-22AAF5D58916}" presName="iconRect" presStyleLbl="node1" presStyleIdx="2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24C9621F-6DFB-48A6-97C2-40A8FB66F44D}" type="pres">
      <dgm:prSet presAssocID="{08222232-536B-4170-9CA3-22AAF5D58916}" presName="spaceRect" presStyleCnt="0"/>
      <dgm:spPr/>
    </dgm:pt>
    <dgm:pt modelId="{596FB38F-C0AF-4E4B-9BA3-2DB3FE94FA81}" type="pres">
      <dgm:prSet presAssocID="{08222232-536B-4170-9CA3-22AAF5D58916}" presName="parTx" presStyleLbl="revTx" presStyleIdx="2" presStyleCnt="8">
        <dgm:presLayoutVars>
          <dgm:chMax val="0"/>
          <dgm:chPref val="0"/>
        </dgm:presLayoutVars>
      </dgm:prSet>
      <dgm:spPr/>
    </dgm:pt>
    <dgm:pt modelId="{3F139B7E-DB64-495C-A260-C9CD9DC17623}" type="pres">
      <dgm:prSet presAssocID="{66C97159-552D-4A16-972F-46D0A8512A0A}" presName="sibTrans" presStyleCnt="0"/>
      <dgm:spPr/>
    </dgm:pt>
    <dgm:pt modelId="{5D3CFDFB-6F17-47A8-B306-B987CEDC2949}" type="pres">
      <dgm:prSet presAssocID="{AC8EE2A4-3045-4462-83B6-2B0944891972}" presName="compNode" presStyleCnt="0"/>
      <dgm:spPr/>
    </dgm:pt>
    <dgm:pt modelId="{5C8B7958-FE53-4B99-9625-628EBB568237}" type="pres">
      <dgm:prSet presAssocID="{AC8EE2A4-3045-4462-83B6-2B0944891972}" presName="bgRect" presStyleLbl="bgShp" presStyleIdx="3" presStyleCnt="8"/>
      <dgm:spPr/>
    </dgm:pt>
    <dgm:pt modelId="{7EBC4D70-4C38-4715-AC41-3A4495B30E0F}" type="pres">
      <dgm:prSet presAssocID="{AC8EE2A4-3045-4462-83B6-2B0944891972}" presName="iconRect" presStyleLbl="node1" presStyleIdx="3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F9B73EF3-EFE5-4450-9750-1F9BE65EA0EC}" type="pres">
      <dgm:prSet presAssocID="{AC8EE2A4-3045-4462-83B6-2B0944891972}" presName="spaceRect" presStyleCnt="0"/>
      <dgm:spPr/>
    </dgm:pt>
    <dgm:pt modelId="{5A69865F-CD3E-4B57-8CFE-A3A93B220A55}" type="pres">
      <dgm:prSet presAssocID="{AC8EE2A4-3045-4462-83B6-2B0944891972}" presName="parTx" presStyleLbl="revTx" presStyleIdx="3" presStyleCnt="8">
        <dgm:presLayoutVars>
          <dgm:chMax val="0"/>
          <dgm:chPref val="0"/>
        </dgm:presLayoutVars>
      </dgm:prSet>
      <dgm:spPr/>
    </dgm:pt>
    <dgm:pt modelId="{A3890E45-FDE2-4CF9-8AEB-5A2BFC33D0AA}" type="pres">
      <dgm:prSet presAssocID="{6C13E26C-26EE-45E8-B5D5-DE0E3AA0F010}" presName="sibTrans" presStyleCnt="0"/>
      <dgm:spPr/>
    </dgm:pt>
    <dgm:pt modelId="{2B574E78-9464-4A25-A72C-57B7D2BC4132}" type="pres">
      <dgm:prSet presAssocID="{5BD36EBB-3E5C-49AB-BD5B-8D74D87008B9}" presName="compNode" presStyleCnt="0"/>
      <dgm:spPr/>
    </dgm:pt>
    <dgm:pt modelId="{AE9FE2C7-C491-4FAB-A1A3-4ED1E4712938}" type="pres">
      <dgm:prSet presAssocID="{5BD36EBB-3E5C-49AB-BD5B-8D74D87008B9}" presName="bgRect" presStyleLbl="bgShp" presStyleIdx="4" presStyleCnt="8"/>
      <dgm:spPr/>
    </dgm:pt>
    <dgm:pt modelId="{3FEA8147-FF45-4D82-8B90-56D9D6936ABA}" type="pres">
      <dgm:prSet presAssocID="{5BD36EBB-3E5C-49AB-BD5B-8D74D87008B9}" presName="iconRect" presStyleLbl="node1" presStyleIdx="4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eatre"/>
        </a:ext>
      </dgm:extLst>
    </dgm:pt>
    <dgm:pt modelId="{EE5F8C6C-0E36-49B7-8DEA-CFA2B3847459}" type="pres">
      <dgm:prSet presAssocID="{5BD36EBB-3E5C-49AB-BD5B-8D74D87008B9}" presName="spaceRect" presStyleCnt="0"/>
      <dgm:spPr/>
    </dgm:pt>
    <dgm:pt modelId="{B56CA33D-F2B9-4354-8C59-1DF4001031E0}" type="pres">
      <dgm:prSet presAssocID="{5BD36EBB-3E5C-49AB-BD5B-8D74D87008B9}" presName="parTx" presStyleLbl="revTx" presStyleIdx="4" presStyleCnt="8">
        <dgm:presLayoutVars>
          <dgm:chMax val="0"/>
          <dgm:chPref val="0"/>
        </dgm:presLayoutVars>
      </dgm:prSet>
      <dgm:spPr/>
    </dgm:pt>
    <dgm:pt modelId="{88486EF8-19ED-4BCE-A26F-D5781B3F1431}" type="pres">
      <dgm:prSet presAssocID="{92CBD7D8-3573-4533-91A8-7005025FC709}" presName="sibTrans" presStyleCnt="0"/>
      <dgm:spPr/>
    </dgm:pt>
    <dgm:pt modelId="{92D307BF-08E6-427D-B4E2-78518936BEBF}" type="pres">
      <dgm:prSet presAssocID="{CFB040CC-080B-4AAD-A1C4-EF28C0DD0F12}" presName="compNode" presStyleCnt="0"/>
      <dgm:spPr/>
    </dgm:pt>
    <dgm:pt modelId="{25FE2DBA-DBF9-4D59-BE6D-EE8AFC969396}" type="pres">
      <dgm:prSet presAssocID="{CFB040CC-080B-4AAD-A1C4-EF28C0DD0F12}" presName="bgRect" presStyleLbl="bgShp" presStyleIdx="5" presStyleCnt="8"/>
      <dgm:spPr/>
    </dgm:pt>
    <dgm:pt modelId="{B35E2270-1070-46CF-BEBD-A3049C9861AF}" type="pres">
      <dgm:prSet presAssocID="{CFB040CC-080B-4AAD-A1C4-EF28C0DD0F12}" presName="iconRect" presStyleLbl="node1" presStyleIdx="5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F3C1E67C-AFBC-4CDE-A7C2-24CFAAE4720A}" type="pres">
      <dgm:prSet presAssocID="{CFB040CC-080B-4AAD-A1C4-EF28C0DD0F12}" presName="spaceRect" presStyleCnt="0"/>
      <dgm:spPr/>
    </dgm:pt>
    <dgm:pt modelId="{64F899C9-D8FA-4DB4-BC6C-7A349ADBB0DE}" type="pres">
      <dgm:prSet presAssocID="{CFB040CC-080B-4AAD-A1C4-EF28C0DD0F12}" presName="parTx" presStyleLbl="revTx" presStyleIdx="5" presStyleCnt="8">
        <dgm:presLayoutVars>
          <dgm:chMax val="0"/>
          <dgm:chPref val="0"/>
        </dgm:presLayoutVars>
      </dgm:prSet>
      <dgm:spPr/>
    </dgm:pt>
    <dgm:pt modelId="{512073DA-5003-4350-8B4A-E8375A10929B}" type="pres">
      <dgm:prSet presAssocID="{DD55BFA0-ED59-4302-86C9-3BEFA2343AA4}" presName="sibTrans" presStyleCnt="0"/>
      <dgm:spPr/>
    </dgm:pt>
    <dgm:pt modelId="{76E7EE52-BC9B-4F9D-A569-8F732871FBB9}" type="pres">
      <dgm:prSet presAssocID="{FB9D476C-3801-4667-860F-DB499E0173E5}" presName="compNode" presStyleCnt="0"/>
      <dgm:spPr/>
    </dgm:pt>
    <dgm:pt modelId="{97463333-62C2-48F5-B0EE-60AD47B9E76D}" type="pres">
      <dgm:prSet presAssocID="{FB9D476C-3801-4667-860F-DB499E0173E5}" presName="bgRect" presStyleLbl="bgShp" presStyleIdx="6" presStyleCnt="8"/>
      <dgm:spPr/>
    </dgm:pt>
    <dgm:pt modelId="{B3AEC747-9CCC-49FC-B935-EDE374B99081}" type="pres">
      <dgm:prSet presAssocID="{FB9D476C-3801-4667-860F-DB499E0173E5}" presName="iconRect" presStyleLbl="node1" presStyleIdx="6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42D223DF-A424-41EF-AC1D-846D30613B5F}" type="pres">
      <dgm:prSet presAssocID="{FB9D476C-3801-4667-860F-DB499E0173E5}" presName="spaceRect" presStyleCnt="0"/>
      <dgm:spPr/>
    </dgm:pt>
    <dgm:pt modelId="{877F5185-40F8-4A71-8DDC-8582DAD56271}" type="pres">
      <dgm:prSet presAssocID="{FB9D476C-3801-4667-860F-DB499E0173E5}" presName="parTx" presStyleLbl="revTx" presStyleIdx="6" presStyleCnt="8">
        <dgm:presLayoutVars>
          <dgm:chMax val="0"/>
          <dgm:chPref val="0"/>
        </dgm:presLayoutVars>
      </dgm:prSet>
      <dgm:spPr/>
    </dgm:pt>
    <dgm:pt modelId="{9C76FD50-9927-439C-BF25-4070B40A290E}" type="pres">
      <dgm:prSet presAssocID="{1B92E36F-D3C9-4A67-98A3-CADCFAB8B48F}" presName="sibTrans" presStyleCnt="0"/>
      <dgm:spPr/>
    </dgm:pt>
    <dgm:pt modelId="{1BF25A5C-FC30-4B76-A82B-CBD3F65718FE}" type="pres">
      <dgm:prSet presAssocID="{37803444-18ED-4E0D-9B60-5846EC01342F}" presName="compNode" presStyleCnt="0"/>
      <dgm:spPr/>
    </dgm:pt>
    <dgm:pt modelId="{DD73F4B5-1713-47F0-8914-27A161420E96}" type="pres">
      <dgm:prSet presAssocID="{37803444-18ED-4E0D-9B60-5846EC01342F}" presName="bgRect" presStyleLbl="bgShp" presStyleIdx="7" presStyleCnt="8"/>
      <dgm:spPr/>
    </dgm:pt>
    <dgm:pt modelId="{4CF08B78-DF5F-4F31-9CF1-A15B22D19F96}" type="pres">
      <dgm:prSet presAssocID="{37803444-18ED-4E0D-9B60-5846EC01342F}" presName="iconRect" presStyleLbl="node1" presStyleIdx="7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ject"/>
        </a:ext>
      </dgm:extLst>
    </dgm:pt>
    <dgm:pt modelId="{12A59C5C-74AF-43E7-985A-24D4881DF2AC}" type="pres">
      <dgm:prSet presAssocID="{37803444-18ED-4E0D-9B60-5846EC01342F}" presName="spaceRect" presStyleCnt="0"/>
      <dgm:spPr/>
    </dgm:pt>
    <dgm:pt modelId="{443810CC-1D2B-45F9-A798-C3E79CA90B77}" type="pres">
      <dgm:prSet presAssocID="{37803444-18ED-4E0D-9B60-5846EC01342F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A5944B2C-75FC-4378-827E-5EE67F73558B}" type="presOf" srcId="{D3583DE0-CD38-40C8-B17D-8F422A3373E5}" destId="{15129912-2311-422E-80E4-81654AE445B5}" srcOrd="0" destOrd="0" presId="urn:microsoft.com/office/officeart/2018/2/layout/IconVerticalSolidList"/>
    <dgm:cxn modelId="{47948838-E72A-4148-ABDF-84F09059BD17}" type="presOf" srcId="{40EB0299-0137-4573-9CE0-B6F03FB838A1}" destId="{98BE62BE-A5AC-4F75-9402-A40C98FACBD0}" srcOrd="0" destOrd="0" presId="urn:microsoft.com/office/officeart/2018/2/layout/IconVerticalSolidList"/>
    <dgm:cxn modelId="{B47EE85F-8969-40E3-A3E5-8F5F4BF6C1ED}" type="presOf" srcId="{AC8EE2A4-3045-4462-83B6-2B0944891972}" destId="{5A69865F-CD3E-4B57-8CFE-A3A93B220A55}" srcOrd="0" destOrd="0" presId="urn:microsoft.com/office/officeart/2018/2/layout/IconVerticalSolidList"/>
    <dgm:cxn modelId="{AC87C065-F0BB-40F8-A3BD-A4C693E77762}" srcId="{D3583DE0-CD38-40C8-B17D-8F422A3373E5}" destId="{7AD44F04-11B6-43B4-A710-C8258F437C9F}" srcOrd="0" destOrd="0" parTransId="{FA85C8BD-46A7-4478-91B0-16DC97634649}" sibTransId="{DA9DDED6-60AA-4B0B-A821-C14E43573BC9}"/>
    <dgm:cxn modelId="{A6122149-0F0A-44AD-8F11-38D203B9C9DE}" type="presOf" srcId="{FB9D476C-3801-4667-860F-DB499E0173E5}" destId="{877F5185-40F8-4A71-8DDC-8582DAD56271}" srcOrd="0" destOrd="0" presId="urn:microsoft.com/office/officeart/2018/2/layout/IconVerticalSolidList"/>
    <dgm:cxn modelId="{225C0C6C-C153-41FE-9FEC-0BC2FB7A6183}" srcId="{D3583DE0-CD38-40C8-B17D-8F422A3373E5}" destId="{40EB0299-0137-4573-9CE0-B6F03FB838A1}" srcOrd="1" destOrd="0" parTransId="{170600DB-B408-4744-B14F-5FA6CDF75B07}" sibTransId="{DA0F417A-C604-4272-BA4B-8CFB539715A3}"/>
    <dgm:cxn modelId="{2059864E-2A98-4378-9D8F-E257E2922643}" srcId="{D3583DE0-CD38-40C8-B17D-8F422A3373E5}" destId="{FB9D476C-3801-4667-860F-DB499E0173E5}" srcOrd="6" destOrd="0" parTransId="{75FEEFF5-232B-4FF7-93A5-BE7B90CAE2D7}" sibTransId="{1B92E36F-D3C9-4A67-98A3-CADCFAB8B48F}"/>
    <dgm:cxn modelId="{EF5FEA57-1CEC-4051-9B23-6EDB476F72D1}" type="presOf" srcId="{7AD44F04-11B6-43B4-A710-C8258F437C9F}" destId="{52B0D87B-3A39-413A-AFB1-325DECF72E52}" srcOrd="0" destOrd="0" presId="urn:microsoft.com/office/officeart/2018/2/layout/IconVerticalSolidList"/>
    <dgm:cxn modelId="{17FB4278-E069-40A5-9366-C2281A41BD65}" srcId="{D3583DE0-CD38-40C8-B17D-8F422A3373E5}" destId="{AC8EE2A4-3045-4462-83B6-2B0944891972}" srcOrd="3" destOrd="0" parTransId="{79CB9D73-8803-4131-AA06-B0D9E45F6EB4}" sibTransId="{6C13E26C-26EE-45E8-B5D5-DE0E3AA0F010}"/>
    <dgm:cxn modelId="{9A6ADC7A-23B9-44AF-B683-B82593ECC6EB}" srcId="{D3583DE0-CD38-40C8-B17D-8F422A3373E5}" destId="{08222232-536B-4170-9CA3-22AAF5D58916}" srcOrd="2" destOrd="0" parTransId="{71E9943E-F15D-4254-A414-A6FAEFCEE140}" sibTransId="{66C97159-552D-4A16-972F-46D0A8512A0A}"/>
    <dgm:cxn modelId="{F1F51482-251A-4660-B7F7-C033F5576BA3}" type="presOf" srcId="{CFB040CC-080B-4AAD-A1C4-EF28C0DD0F12}" destId="{64F899C9-D8FA-4DB4-BC6C-7A349ADBB0DE}" srcOrd="0" destOrd="0" presId="urn:microsoft.com/office/officeart/2018/2/layout/IconVerticalSolidList"/>
    <dgm:cxn modelId="{10440484-88A9-4FBE-A7F2-0ED5BE94628F}" type="presOf" srcId="{5BD36EBB-3E5C-49AB-BD5B-8D74D87008B9}" destId="{B56CA33D-F2B9-4354-8C59-1DF4001031E0}" srcOrd="0" destOrd="0" presId="urn:microsoft.com/office/officeart/2018/2/layout/IconVerticalSolidList"/>
    <dgm:cxn modelId="{A333B19C-7769-40E7-9584-50B477991706}" type="presOf" srcId="{08222232-536B-4170-9CA3-22AAF5D58916}" destId="{596FB38F-C0AF-4E4B-9BA3-2DB3FE94FA81}" srcOrd="0" destOrd="0" presId="urn:microsoft.com/office/officeart/2018/2/layout/IconVerticalSolidList"/>
    <dgm:cxn modelId="{BD4A5DA1-8FD5-4CB5-B35F-CA4B094E108D}" srcId="{D3583DE0-CD38-40C8-B17D-8F422A3373E5}" destId="{37803444-18ED-4E0D-9B60-5846EC01342F}" srcOrd="7" destOrd="0" parTransId="{9E8065B1-D235-41F5-B827-E7232FC6E389}" sibTransId="{6DBFE9C3-02D9-4FA2-B1D8-0310620C7527}"/>
    <dgm:cxn modelId="{4BCA3BB0-DC85-4F02-99F6-01F5F6D5E518}" srcId="{D3583DE0-CD38-40C8-B17D-8F422A3373E5}" destId="{5BD36EBB-3E5C-49AB-BD5B-8D74D87008B9}" srcOrd="4" destOrd="0" parTransId="{F137CB33-C735-4EB6-A681-3177868DB72F}" sibTransId="{92CBD7D8-3573-4533-91A8-7005025FC709}"/>
    <dgm:cxn modelId="{92EFE8DE-E2F9-4953-B97F-BD89489D3740}" srcId="{D3583DE0-CD38-40C8-B17D-8F422A3373E5}" destId="{CFB040CC-080B-4AAD-A1C4-EF28C0DD0F12}" srcOrd="5" destOrd="0" parTransId="{98C17859-46CE-4003-B840-DE5C5CA2531B}" sibTransId="{DD55BFA0-ED59-4302-86C9-3BEFA2343AA4}"/>
    <dgm:cxn modelId="{3BAB1DFB-2C26-4136-B2A5-5C851584D9A6}" type="presOf" srcId="{37803444-18ED-4E0D-9B60-5846EC01342F}" destId="{443810CC-1D2B-45F9-A798-C3E79CA90B77}" srcOrd="0" destOrd="0" presId="urn:microsoft.com/office/officeart/2018/2/layout/IconVerticalSolidList"/>
    <dgm:cxn modelId="{0CDEA137-E897-4AEC-8AF5-B6F3643BD369}" type="presParOf" srcId="{15129912-2311-422E-80E4-81654AE445B5}" destId="{F3F37CAC-7ABB-405B-AA3A-0D263941C9FE}" srcOrd="0" destOrd="0" presId="urn:microsoft.com/office/officeart/2018/2/layout/IconVerticalSolidList"/>
    <dgm:cxn modelId="{C1DCD469-AF22-4C8D-94F3-997007427C14}" type="presParOf" srcId="{F3F37CAC-7ABB-405B-AA3A-0D263941C9FE}" destId="{44D85D02-3617-4015-8A7E-1A7EF4F6F2D6}" srcOrd="0" destOrd="0" presId="urn:microsoft.com/office/officeart/2018/2/layout/IconVerticalSolidList"/>
    <dgm:cxn modelId="{BA86420D-2DE1-4450-8EF7-001D5CD68729}" type="presParOf" srcId="{F3F37CAC-7ABB-405B-AA3A-0D263941C9FE}" destId="{31345295-3D36-4FA2-ACD5-20D05FF272FB}" srcOrd="1" destOrd="0" presId="urn:microsoft.com/office/officeart/2018/2/layout/IconVerticalSolidList"/>
    <dgm:cxn modelId="{904A3121-1DF2-4178-9DDE-E627D4A4DC55}" type="presParOf" srcId="{F3F37CAC-7ABB-405B-AA3A-0D263941C9FE}" destId="{00DB37E6-1B82-4044-9F80-522E4A368C7F}" srcOrd="2" destOrd="0" presId="urn:microsoft.com/office/officeart/2018/2/layout/IconVerticalSolidList"/>
    <dgm:cxn modelId="{4809B691-D442-4579-81DF-65B637518828}" type="presParOf" srcId="{F3F37CAC-7ABB-405B-AA3A-0D263941C9FE}" destId="{52B0D87B-3A39-413A-AFB1-325DECF72E52}" srcOrd="3" destOrd="0" presId="urn:microsoft.com/office/officeart/2018/2/layout/IconVerticalSolidList"/>
    <dgm:cxn modelId="{FA9EAA05-E229-454F-AB8A-D5E320EDD394}" type="presParOf" srcId="{15129912-2311-422E-80E4-81654AE445B5}" destId="{143ECB0A-7D21-413E-9B0C-6475DDF1288D}" srcOrd="1" destOrd="0" presId="urn:microsoft.com/office/officeart/2018/2/layout/IconVerticalSolidList"/>
    <dgm:cxn modelId="{6CD0DD49-9727-4FDB-BE91-542226643C97}" type="presParOf" srcId="{15129912-2311-422E-80E4-81654AE445B5}" destId="{AC8B304F-9197-4BED-8AB2-FDA01F6A80F4}" srcOrd="2" destOrd="0" presId="urn:microsoft.com/office/officeart/2018/2/layout/IconVerticalSolidList"/>
    <dgm:cxn modelId="{69B97E03-558E-4BE0-AECF-186E62115A22}" type="presParOf" srcId="{AC8B304F-9197-4BED-8AB2-FDA01F6A80F4}" destId="{E1BE4724-2200-4B4B-92BE-15E1D26ED950}" srcOrd="0" destOrd="0" presId="urn:microsoft.com/office/officeart/2018/2/layout/IconVerticalSolidList"/>
    <dgm:cxn modelId="{222CE248-72D1-44A0-BE9B-2107B7D9D4F0}" type="presParOf" srcId="{AC8B304F-9197-4BED-8AB2-FDA01F6A80F4}" destId="{CA6835AF-74CF-4BFC-B572-645359E08B3C}" srcOrd="1" destOrd="0" presId="urn:microsoft.com/office/officeart/2018/2/layout/IconVerticalSolidList"/>
    <dgm:cxn modelId="{B3EEA72E-6DDC-44A9-9E80-B69FBB09332C}" type="presParOf" srcId="{AC8B304F-9197-4BED-8AB2-FDA01F6A80F4}" destId="{6767660C-39DA-4EC1-ADE9-AD4B0D7C96A0}" srcOrd="2" destOrd="0" presId="urn:microsoft.com/office/officeart/2018/2/layout/IconVerticalSolidList"/>
    <dgm:cxn modelId="{B69180B8-6DDB-4747-8493-FBD72E11CE58}" type="presParOf" srcId="{AC8B304F-9197-4BED-8AB2-FDA01F6A80F4}" destId="{98BE62BE-A5AC-4F75-9402-A40C98FACBD0}" srcOrd="3" destOrd="0" presId="urn:microsoft.com/office/officeart/2018/2/layout/IconVerticalSolidList"/>
    <dgm:cxn modelId="{196BFFDF-A6E1-4CBF-BA47-4B3AB5531B81}" type="presParOf" srcId="{15129912-2311-422E-80E4-81654AE445B5}" destId="{972DD641-30A7-4B2F-B40E-56A82BEB6DFD}" srcOrd="3" destOrd="0" presId="urn:microsoft.com/office/officeart/2018/2/layout/IconVerticalSolidList"/>
    <dgm:cxn modelId="{C741AB5E-78E2-425B-9B81-CED02A95EC81}" type="presParOf" srcId="{15129912-2311-422E-80E4-81654AE445B5}" destId="{79AFCEEA-462D-4FCC-9174-15EA06C2362C}" srcOrd="4" destOrd="0" presId="urn:microsoft.com/office/officeart/2018/2/layout/IconVerticalSolidList"/>
    <dgm:cxn modelId="{9155532E-5A09-44CF-B37E-0B37B527633F}" type="presParOf" srcId="{79AFCEEA-462D-4FCC-9174-15EA06C2362C}" destId="{292DCE95-3B00-47EC-8BCB-514A493B2CF9}" srcOrd="0" destOrd="0" presId="urn:microsoft.com/office/officeart/2018/2/layout/IconVerticalSolidList"/>
    <dgm:cxn modelId="{141C4CDA-F4AB-411C-8989-095E2A3638FC}" type="presParOf" srcId="{79AFCEEA-462D-4FCC-9174-15EA06C2362C}" destId="{B58E2CDD-C9B3-4872-B1E0-32230284CE71}" srcOrd="1" destOrd="0" presId="urn:microsoft.com/office/officeart/2018/2/layout/IconVerticalSolidList"/>
    <dgm:cxn modelId="{3EE3186E-9971-4D1B-8CC5-05B038EFA9D9}" type="presParOf" srcId="{79AFCEEA-462D-4FCC-9174-15EA06C2362C}" destId="{24C9621F-6DFB-48A6-97C2-40A8FB66F44D}" srcOrd="2" destOrd="0" presId="urn:microsoft.com/office/officeart/2018/2/layout/IconVerticalSolidList"/>
    <dgm:cxn modelId="{D9C486D8-09CF-4171-9752-B7A124EB3C93}" type="presParOf" srcId="{79AFCEEA-462D-4FCC-9174-15EA06C2362C}" destId="{596FB38F-C0AF-4E4B-9BA3-2DB3FE94FA81}" srcOrd="3" destOrd="0" presId="urn:microsoft.com/office/officeart/2018/2/layout/IconVerticalSolidList"/>
    <dgm:cxn modelId="{D5C181F0-C6AC-417E-9535-8544565621A2}" type="presParOf" srcId="{15129912-2311-422E-80E4-81654AE445B5}" destId="{3F139B7E-DB64-495C-A260-C9CD9DC17623}" srcOrd="5" destOrd="0" presId="urn:microsoft.com/office/officeart/2018/2/layout/IconVerticalSolidList"/>
    <dgm:cxn modelId="{B0307255-AC92-4AE8-B4AD-ADA0D363E19A}" type="presParOf" srcId="{15129912-2311-422E-80E4-81654AE445B5}" destId="{5D3CFDFB-6F17-47A8-B306-B987CEDC2949}" srcOrd="6" destOrd="0" presId="urn:microsoft.com/office/officeart/2018/2/layout/IconVerticalSolidList"/>
    <dgm:cxn modelId="{5C8235A7-6C96-4628-9A0F-C634BBD9A74F}" type="presParOf" srcId="{5D3CFDFB-6F17-47A8-B306-B987CEDC2949}" destId="{5C8B7958-FE53-4B99-9625-628EBB568237}" srcOrd="0" destOrd="0" presId="urn:microsoft.com/office/officeart/2018/2/layout/IconVerticalSolidList"/>
    <dgm:cxn modelId="{11C88BF9-FFD6-48C5-8DC8-EE989E8C1274}" type="presParOf" srcId="{5D3CFDFB-6F17-47A8-B306-B987CEDC2949}" destId="{7EBC4D70-4C38-4715-AC41-3A4495B30E0F}" srcOrd="1" destOrd="0" presId="urn:microsoft.com/office/officeart/2018/2/layout/IconVerticalSolidList"/>
    <dgm:cxn modelId="{2792310A-464E-4711-BF2C-2CC5AD3DA833}" type="presParOf" srcId="{5D3CFDFB-6F17-47A8-B306-B987CEDC2949}" destId="{F9B73EF3-EFE5-4450-9750-1F9BE65EA0EC}" srcOrd="2" destOrd="0" presId="urn:microsoft.com/office/officeart/2018/2/layout/IconVerticalSolidList"/>
    <dgm:cxn modelId="{F4127148-0CE3-4B10-81EE-8830B6E7F828}" type="presParOf" srcId="{5D3CFDFB-6F17-47A8-B306-B987CEDC2949}" destId="{5A69865F-CD3E-4B57-8CFE-A3A93B220A55}" srcOrd="3" destOrd="0" presId="urn:microsoft.com/office/officeart/2018/2/layout/IconVerticalSolidList"/>
    <dgm:cxn modelId="{B111F8A6-6BFB-46F3-80AE-3C900512FD7D}" type="presParOf" srcId="{15129912-2311-422E-80E4-81654AE445B5}" destId="{A3890E45-FDE2-4CF9-8AEB-5A2BFC33D0AA}" srcOrd="7" destOrd="0" presId="urn:microsoft.com/office/officeart/2018/2/layout/IconVerticalSolidList"/>
    <dgm:cxn modelId="{9666BEA3-697D-43E7-92B9-C09E8A2B3B27}" type="presParOf" srcId="{15129912-2311-422E-80E4-81654AE445B5}" destId="{2B574E78-9464-4A25-A72C-57B7D2BC4132}" srcOrd="8" destOrd="0" presId="urn:microsoft.com/office/officeart/2018/2/layout/IconVerticalSolidList"/>
    <dgm:cxn modelId="{D79EBC05-1CE1-409E-A154-22A6E0B8362B}" type="presParOf" srcId="{2B574E78-9464-4A25-A72C-57B7D2BC4132}" destId="{AE9FE2C7-C491-4FAB-A1A3-4ED1E4712938}" srcOrd="0" destOrd="0" presId="urn:microsoft.com/office/officeart/2018/2/layout/IconVerticalSolidList"/>
    <dgm:cxn modelId="{947EA04B-716C-4057-BE14-D0BC70D309C1}" type="presParOf" srcId="{2B574E78-9464-4A25-A72C-57B7D2BC4132}" destId="{3FEA8147-FF45-4D82-8B90-56D9D6936ABA}" srcOrd="1" destOrd="0" presId="urn:microsoft.com/office/officeart/2018/2/layout/IconVerticalSolidList"/>
    <dgm:cxn modelId="{BAE9FA0C-78AA-4667-B97F-40B787B694F1}" type="presParOf" srcId="{2B574E78-9464-4A25-A72C-57B7D2BC4132}" destId="{EE5F8C6C-0E36-49B7-8DEA-CFA2B3847459}" srcOrd="2" destOrd="0" presId="urn:microsoft.com/office/officeart/2018/2/layout/IconVerticalSolidList"/>
    <dgm:cxn modelId="{F9F06D7D-0F43-4718-BC61-6890AC8A7E40}" type="presParOf" srcId="{2B574E78-9464-4A25-A72C-57B7D2BC4132}" destId="{B56CA33D-F2B9-4354-8C59-1DF4001031E0}" srcOrd="3" destOrd="0" presId="urn:microsoft.com/office/officeart/2018/2/layout/IconVerticalSolidList"/>
    <dgm:cxn modelId="{139F8D54-41DE-4B5C-895D-E631755FD39F}" type="presParOf" srcId="{15129912-2311-422E-80E4-81654AE445B5}" destId="{88486EF8-19ED-4BCE-A26F-D5781B3F1431}" srcOrd="9" destOrd="0" presId="urn:microsoft.com/office/officeart/2018/2/layout/IconVerticalSolidList"/>
    <dgm:cxn modelId="{E4DD6E74-62BC-48E9-8A37-5135B64E3306}" type="presParOf" srcId="{15129912-2311-422E-80E4-81654AE445B5}" destId="{92D307BF-08E6-427D-B4E2-78518936BEBF}" srcOrd="10" destOrd="0" presId="urn:microsoft.com/office/officeart/2018/2/layout/IconVerticalSolidList"/>
    <dgm:cxn modelId="{B63BE343-9A75-4752-91C6-C96C669B1D17}" type="presParOf" srcId="{92D307BF-08E6-427D-B4E2-78518936BEBF}" destId="{25FE2DBA-DBF9-4D59-BE6D-EE8AFC969396}" srcOrd="0" destOrd="0" presId="urn:microsoft.com/office/officeart/2018/2/layout/IconVerticalSolidList"/>
    <dgm:cxn modelId="{83B0EB03-7BEB-465D-ACDF-CDCE0CA6F8E9}" type="presParOf" srcId="{92D307BF-08E6-427D-B4E2-78518936BEBF}" destId="{B35E2270-1070-46CF-BEBD-A3049C9861AF}" srcOrd="1" destOrd="0" presId="urn:microsoft.com/office/officeart/2018/2/layout/IconVerticalSolidList"/>
    <dgm:cxn modelId="{7CBD2EC7-19C7-43F5-8432-D1FCEBF2DC57}" type="presParOf" srcId="{92D307BF-08E6-427D-B4E2-78518936BEBF}" destId="{F3C1E67C-AFBC-4CDE-A7C2-24CFAAE4720A}" srcOrd="2" destOrd="0" presId="urn:microsoft.com/office/officeart/2018/2/layout/IconVerticalSolidList"/>
    <dgm:cxn modelId="{AD474CCC-8345-48E2-B69C-F11F927E046A}" type="presParOf" srcId="{92D307BF-08E6-427D-B4E2-78518936BEBF}" destId="{64F899C9-D8FA-4DB4-BC6C-7A349ADBB0DE}" srcOrd="3" destOrd="0" presId="urn:microsoft.com/office/officeart/2018/2/layout/IconVerticalSolidList"/>
    <dgm:cxn modelId="{FE3C72E2-BA86-4E8D-8F5F-8B7B9C5382A2}" type="presParOf" srcId="{15129912-2311-422E-80E4-81654AE445B5}" destId="{512073DA-5003-4350-8B4A-E8375A10929B}" srcOrd="11" destOrd="0" presId="urn:microsoft.com/office/officeart/2018/2/layout/IconVerticalSolidList"/>
    <dgm:cxn modelId="{5F27000B-AB96-42BD-B857-B16FCDB78B22}" type="presParOf" srcId="{15129912-2311-422E-80E4-81654AE445B5}" destId="{76E7EE52-BC9B-4F9D-A569-8F732871FBB9}" srcOrd="12" destOrd="0" presId="urn:microsoft.com/office/officeart/2018/2/layout/IconVerticalSolidList"/>
    <dgm:cxn modelId="{0ABA070D-2FEC-435A-BC80-F57CCCB93D4A}" type="presParOf" srcId="{76E7EE52-BC9B-4F9D-A569-8F732871FBB9}" destId="{97463333-62C2-48F5-B0EE-60AD47B9E76D}" srcOrd="0" destOrd="0" presId="urn:microsoft.com/office/officeart/2018/2/layout/IconVerticalSolidList"/>
    <dgm:cxn modelId="{AE448349-157A-4BD3-953C-ED47F759CB3A}" type="presParOf" srcId="{76E7EE52-BC9B-4F9D-A569-8F732871FBB9}" destId="{B3AEC747-9CCC-49FC-B935-EDE374B99081}" srcOrd="1" destOrd="0" presId="urn:microsoft.com/office/officeart/2018/2/layout/IconVerticalSolidList"/>
    <dgm:cxn modelId="{5D3B4240-89D7-4843-84CC-48183EEFA861}" type="presParOf" srcId="{76E7EE52-BC9B-4F9D-A569-8F732871FBB9}" destId="{42D223DF-A424-41EF-AC1D-846D30613B5F}" srcOrd="2" destOrd="0" presId="urn:microsoft.com/office/officeart/2018/2/layout/IconVerticalSolidList"/>
    <dgm:cxn modelId="{53A88F6E-4875-4BD2-A4A4-4DE5439D9DCD}" type="presParOf" srcId="{76E7EE52-BC9B-4F9D-A569-8F732871FBB9}" destId="{877F5185-40F8-4A71-8DDC-8582DAD56271}" srcOrd="3" destOrd="0" presId="urn:microsoft.com/office/officeart/2018/2/layout/IconVerticalSolidList"/>
    <dgm:cxn modelId="{3F82906D-62C0-4AFD-8205-02F4A4DE0784}" type="presParOf" srcId="{15129912-2311-422E-80E4-81654AE445B5}" destId="{9C76FD50-9927-439C-BF25-4070B40A290E}" srcOrd="13" destOrd="0" presId="urn:microsoft.com/office/officeart/2018/2/layout/IconVerticalSolidList"/>
    <dgm:cxn modelId="{F7D6DFB2-2523-40DC-A546-48F9F5165F41}" type="presParOf" srcId="{15129912-2311-422E-80E4-81654AE445B5}" destId="{1BF25A5C-FC30-4B76-A82B-CBD3F65718FE}" srcOrd="14" destOrd="0" presId="urn:microsoft.com/office/officeart/2018/2/layout/IconVerticalSolidList"/>
    <dgm:cxn modelId="{F8A4CCC7-66D7-4B68-8DC1-812F1D1F9982}" type="presParOf" srcId="{1BF25A5C-FC30-4B76-A82B-CBD3F65718FE}" destId="{DD73F4B5-1713-47F0-8914-27A161420E96}" srcOrd="0" destOrd="0" presId="urn:microsoft.com/office/officeart/2018/2/layout/IconVerticalSolidList"/>
    <dgm:cxn modelId="{8397783B-EC87-4404-B6C7-EE4FF95112F2}" type="presParOf" srcId="{1BF25A5C-FC30-4B76-A82B-CBD3F65718FE}" destId="{4CF08B78-DF5F-4F31-9CF1-A15B22D19F96}" srcOrd="1" destOrd="0" presId="urn:microsoft.com/office/officeart/2018/2/layout/IconVerticalSolidList"/>
    <dgm:cxn modelId="{DB4A171D-4D0C-4E11-B038-1B0DFC7904AA}" type="presParOf" srcId="{1BF25A5C-FC30-4B76-A82B-CBD3F65718FE}" destId="{12A59C5C-74AF-43E7-985A-24D4881DF2AC}" srcOrd="2" destOrd="0" presId="urn:microsoft.com/office/officeart/2018/2/layout/IconVerticalSolidList"/>
    <dgm:cxn modelId="{E5652B8A-6D94-492E-BBCD-668E23C4E51B}" type="presParOf" srcId="{1BF25A5C-FC30-4B76-A82B-CBD3F65718FE}" destId="{443810CC-1D2B-45F9-A798-C3E79CA90B7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D724E54-DDFC-4951-946F-2ED5BE07A72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A4F6131-7969-4993-AEE0-A7A340EA463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/>
            <a:t>VR affects spatial awareness and distance judgement </a:t>
          </a:r>
        </a:p>
      </dgm:t>
    </dgm:pt>
    <dgm:pt modelId="{FFDA9341-6199-4A0D-BC63-C173C2A448B0}" type="parTrans" cxnId="{EBE1430D-8330-4134-824C-3BAF76D99F64}">
      <dgm:prSet/>
      <dgm:spPr/>
      <dgm:t>
        <a:bodyPr/>
        <a:lstStyle/>
        <a:p>
          <a:endParaRPr lang="en-GB"/>
        </a:p>
      </dgm:t>
    </dgm:pt>
    <dgm:pt modelId="{4A6B8B75-0C5C-45FA-8859-640B5174FF8F}" type="sibTrans" cxnId="{EBE1430D-8330-4134-824C-3BAF76D99F64}">
      <dgm:prSet/>
      <dgm:spPr/>
      <dgm:t>
        <a:bodyPr/>
        <a:lstStyle/>
        <a:p>
          <a:endParaRPr lang="en-GB"/>
        </a:p>
      </dgm:t>
    </dgm:pt>
    <dgm:pt modelId="{AA1979C4-13F2-4670-847A-D87B4341936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/>
            <a:t>Immersive environments alter depth perception </a:t>
          </a:r>
        </a:p>
      </dgm:t>
    </dgm:pt>
    <dgm:pt modelId="{30AE448B-15AF-4715-9CA7-A63EB543AD54}" type="parTrans" cxnId="{81257BDF-0CB5-454E-8655-F65A25226649}">
      <dgm:prSet/>
      <dgm:spPr/>
      <dgm:t>
        <a:bodyPr/>
        <a:lstStyle/>
        <a:p>
          <a:endParaRPr lang="en-GB"/>
        </a:p>
      </dgm:t>
    </dgm:pt>
    <dgm:pt modelId="{87870E7A-EC0A-4E2C-B219-D0B0686AAD16}" type="sibTrans" cxnId="{81257BDF-0CB5-454E-8655-F65A25226649}">
      <dgm:prSet/>
      <dgm:spPr/>
      <dgm:t>
        <a:bodyPr/>
        <a:lstStyle/>
        <a:p>
          <a:endParaRPr lang="en-GB"/>
        </a:p>
      </dgm:t>
    </dgm:pt>
    <dgm:pt modelId="{D38ED2E5-790F-46BB-89A2-4FE04F2CF0B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/>
            <a:t>Users may misjudge distances after VR use </a:t>
          </a:r>
        </a:p>
      </dgm:t>
    </dgm:pt>
    <dgm:pt modelId="{385F1826-EDAD-4EA2-A12C-58F9E0CF6B24}" type="parTrans" cxnId="{4BAF0002-F201-4F44-A5A5-3B04D3B9C28B}">
      <dgm:prSet/>
      <dgm:spPr/>
      <dgm:t>
        <a:bodyPr/>
        <a:lstStyle/>
        <a:p>
          <a:endParaRPr lang="en-GB"/>
        </a:p>
      </dgm:t>
    </dgm:pt>
    <dgm:pt modelId="{A4DF2F0F-4EA2-419D-BF89-9E73CA95344D}" type="sibTrans" cxnId="{4BAF0002-F201-4F44-A5A5-3B04D3B9C28B}">
      <dgm:prSet/>
      <dgm:spPr/>
      <dgm:t>
        <a:bodyPr/>
        <a:lstStyle/>
        <a:p>
          <a:endParaRPr lang="en-GB"/>
        </a:p>
      </dgm:t>
    </dgm:pt>
    <dgm:pt modelId="{43F207AA-F7B9-4AA0-AC93-0BFA4431F8D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/>
            <a:t>Can affect navigation in real-world environments </a:t>
          </a:r>
        </a:p>
      </dgm:t>
    </dgm:pt>
    <dgm:pt modelId="{148E4B38-1BE6-4C70-9466-29666612A6A8}" type="parTrans" cxnId="{A19D08D5-DB26-49FC-9680-A468A3CA9C03}">
      <dgm:prSet/>
      <dgm:spPr/>
      <dgm:t>
        <a:bodyPr/>
        <a:lstStyle/>
        <a:p>
          <a:endParaRPr lang="en-GB"/>
        </a:p>
      </dgm:t>
    </dgm:pt>
    <dgm:pt modelId="{788A892E-A95E-4BD8-920F-22F377B79052}" type="sibTrans" cxnId="{A19D08D5-DB26-49FC-9680-A468A3CA9C03}">
      <dgm:prSet/>
      <dgm:spPr/>
      <dgm:t>
        <a:bodyPr/>
        <a:lstStyle/>
        <a:p>
          <a:endParaRPr lang="en-GB"/>
        </a:p>
      </dgm:t>
    </dgm:pt>
    <dgm:pt modelId="{B5A9185F-FB8E-4E87-BFA7-5EC53367857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/>
            <a:t>Impacts both perception and cognitive processing </a:t>
          </a:r>
        </a:p>
      </dgm:t>
    </dgm:pt>
    <dgm:pt modelId="{6A190B22-01E5-4B30-806C-CF2E157D54AD}" type="parTrans" cxnId="{28AD091B-8618-4A43-B448-BCA7CB9DAD2D}">
      <dgm:prSet/>
      <dgm:spPr/>
      <dgm:t>
        <a:bodyPr/>
        <a:lstStyle/>
        <a:p>
          <a:endParaRPr lang="en-GB"/>
        </a:p>
      </dgm:t>
    </dgm:pt>
    <dgm:pt modelId="{04A2AC0C-ED26-4AC9-A123-035401779375}" type="sibTrans" cxnId="{28AD091B-8618-4A43-B448-BCA7CB9DAD2D}">
      <dgm:prSet/>
      <dgm:spPr/>
      <dgm:t>
        <a:bodyPr/>
        <a:lstStyle/>
        <a:p>
          <a:endParaRPr lang="en-GB"/>
        </a:p>
      </dgm:t>
    </dgm:pt>
    <dgm:pt modelId="{43C88A5B-3621-4D64-9B9F-E9E95DB59643}" type="pres">
      <dgm:prSet presAssocID="{3D724E54-DDFC-4951-946F-2ED5BE07A722}" presName="linear" presStyleCnt="0">
        <dgm:presLayoutVars>
          <dgm:animLvl val="lvl"/>
          <dgm:resizeHandles val="exact"/>
        </dgm:presLayoutVars>
      </dgm:prSet>
      <dgm:spPr/>
    </dgm:pt>
    <dgm:pt modelId="{D8E47BE5-A1F8-430D-A351-CDFF3D430367}" type="pres">
      <dgm:prSet presAssocID="{7A4F6131-7969-4993-AEE0-A7A340EA463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B6A5A4D-6948-4A26-BD43-371ED9A82D9B}" type="pres">
      <dgm:prSet presAssocID="{4A6B8B75-0C5C-45FA-8859-640B5174FF8F}" presName="spacer" presStyleCnt="0"/>
      <dgm:spPr/>
    </dgm:pt>
    <dgm:pt modelId="{E03A253F-BFF7-4191-AEC4-DF2A733CB187}" type="pres">
      <dgm:prSet presAssocID="{AA1979C4-13F2-4670-847A-D87B4341936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7A26A4D-0C2C-4F76-9DB1-9278C02FF94D}" type="pres">
      <dgm:prSet presAssocID="{87870E7A-EC0A-4E2C-B219-D0B0686AAD16}" presName="spacer" presStyleCnt="0"/>
      <dgm:spPr/>
    </dgm:pt>
    <dgm:pt modelId="{F68AFAA5-87AC-4CD9-B0D0-91BC8AC8A65E}" type="pres">
      <dgm:prSet presAssocID="{D38ED2E5-790F-46BB-89A2-4FE04F2CF0B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3F38796-DB07-4FC8-8A8E-92F69924797E}" type="pres">
      <dgm:prSet presAssocID="{A4DF2F0F-4EA2-419D-BF89-9E73CA95344D}" presName="spacer" presStyleCnt="0"/>
      <dgm:spPr/>
    </dgm:pt>
    <dgm:pt modelId="{782C79D0-98FF-4C0E-9D21-A0914493C845}" type="pres">
      <dgm:prSet presAssocID="{43F207AA-F7B9-4AA0-AC93-0BFA4431F8D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DFB65D9-160C-4CC6-BC8E-EBC88ADB9532}" type="pres">
      <dgm:prSet presAssocID="{788A892E-A95E-4BD8-920F-22F377B79052}" presName="spacer" presStyleCnt="0"/>
      <dgm:spPr/>
    </dgm:pt>
    <dgm:pt modelId="{5EC3AF3F-7709-400A-ADD7-45E35AB089B4}" type="pres">
      <dgm:prSet presAssocID="{B5A9185F-FB8E-4E87-BFA7-5EC53367857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BAF0002-F201-4F44-A5A5-3B04D3B9C28B}" srcId="{3D724E54-DDFC-4951-946F-2ED5BE07A722}" destId="{D38ED2E5-790F-46BB-89A2-4FE04F2CF0BF}" srcOrd="2" destOrd="0" parTransId="{385F1826-EDAD-4EA2-A12C-58F9E0CF6B24}" sibTransId="{A4DF2F0F-4EA2-419D-BF89-9E73CA95344D}"/>
    <dgm:cxn modelId="{6BF65A0B-5754-4FFE-8604-F86621D87815}" type="presOf" srcId="{43F207AA-F7B9-4AA0-AC93-0BFA4431F8DD}" destId="{782C79D0-98FF-4C0E-9D21-A0914493C845}" srcOrd="0" destOrd="0" presId="urn:microsoft.com/office/officeart/2005/8/layout/vList2"/>
    <dgm:cxn modelId="{EBE1430D-8330-4134-824C-3BAF76D99F64}" srcId="{3D724E54-DDFC-4951-946F-2ED5BE07A722}" destId="{7A4F6131-7969-4993-AEE0-A7A340EA4635}" srcOrd="0" destOrd="0" parTransId="{FFDA9341-6199-4A0D-BC63-C173C2A448B0}" sibTransId="{4A6B8B75-0C5C-45FA-8859-640B5174FF8F}"/>
    <dgm:cxn modelId="{28DEEA14-9089-4624-8637-639E5A130B3E}" type="presOf" srcId="{AA1979C4-13F2-4670-847A-D87B43419363}" destId="{E03A253F-BFF7-4191-AEC4-DF2A733CB187}" srcOrd="0" destOrd="0" presId="urn:microsoft.com/office/officeart/2005/8/layout/vList2"/>
    <dgm:cxn modelId="{28AD091B-8618-4A43-B448-BCA7CB9DAD2D}" srcId="{3D724E54-DDFC-4951-946F-2ED5BE07A722}" destId="{B5A9185F-FB8E-4E87-BFA7-5EC533678574}" srcOrd="4" destOrd="0" parTransId="{6A190B22-01E5-4B30-806C-CF2E157D54AD}" sibTransId="{04A2AC0C-ED26-4AC9-A123-035401779375}"/>
    <dgm:cxn modelId="{53AF901B-C8F8-4A4B-85FF-1B443D8794D6}" type="presOf" srcId="{B5A9185F-FB8E-4E87-BFA7-5EC533678574}" destId="{5EC3AF3F-7709-400A-ADD7-45E35AB089B4}" srcOrd="0" destOrd="0" presId="urn:microsoft.com/office/officeart/2005/8/layout/vList2"/>
    <dgm:cxn modelId="{17332E3A-5D40-4332-A500-C4829A8F8630}" type="presOf" srcId="{7A4F6131-7969-4993-AEE0-A7A340EA4635}" destId="{D8E47BE5-A1F8-430D-A351-CDFF3D430367}" srcOrd="0" destOrd="0" presId="urn:microsoft.com/office/officeart/2005/8/layout/vList2"/>
    <dgm:cxn modelId="{27BF118C-FEB8-4BED-AD68-BBC3FE6FEC7B}" type="presOf" srcId="{D38ED2E5-790F-46BB-89A2-4FE04F2CF0BF}" destId="{F68AFAA5-87AC-4CD9-B0D0-91BC8AC8A65E}" srcOrd="0" destOrd="0" presId="urn:microsoft.com/office/officeart/2005/8/layout/vList2"/>
    <dgm:cxn modelId="{353355B8-4064-4CD4-A5A2-502FDFF14936}" type="presOf" srcId="{3D724E54-DDFC-4951-946F-2ED5BE07A722}" destId="{43C88A5B-3621-4D64-9B9F-E9E95DB59643}" srcOrd="0" destOrd="0" presId="urn:microsoft.com/office/officeart/2005/8/layout/vList2"/>
    <dgm:cxn modelId="{A19D08D5-DB26-49FC-9680-A468A3CA9C03}" srcId="{3D724E54-DDFC-4951-946F-2ED5BE07A722}" destId="{43F207AA-F7B9-4AA0-AC93-0BFA4431F8DD}" srcOrd="3" destOrd="0" parTransId="{148E4B38-1BE6-4C70-9466-29666612A6A8}" sibTransId="{788A892E-A95E-4BD8-920F-22F377B79052}"/>
    <dgm:cxn modelId="{81257BDF-0CB5-454E-8655-F65A25226649}" srcId="{3D724E54-DDFC-4951-946F-2ED5BE07A722}" destId="{AA1979C4-13F2-4670-847A-D87B43419363}" srcOrd="1" destOrd="0" parTransId="{30AE448B-15AF-4715-9CA7-A63EB543AD54}" sibTransId="{87870E7A-EC0A-4E2C-B219-D0B0686AAD16}"/>
    <dgm:cxn modelId="{3C71B201-C760-4BE8-900F-865F1E0B6F1D}" type="presParOf" srcId="{43C88A5B-3621-4D64-9B9F-E9E95DB59643}" destId="{D8E47BE5-A1F8-430D-A351-CDFF3D430367}" srcOrd="0" destOrd="0" presId="urn:microsoft.com/office/officeart/2005/8/layout/vList2"/>
    <dgm:cxn modelId="{91368E7B-53B5-4598-955F-E74FB6020ADA}" type="presParOf" srcId="{43C88A5B-3621-4D64-9B9F-E9E95DB59643}" destId="{DB6A5A4D-6948-4A26-BD43-371ED9A82D9B}" srcOrd="1" destOrd="0" presId="urn:microsoft.com/office/officeart/2005/8/layout/vList2"/>
    <dgm:cxn modelId="{34E87C2C-7A81-403C-8B48-3FB8846BCB35}" type="presParOf" srcId="{43C88A5B-3621-4D64-9B9F-E9E95DB59643}" destId="{E03A253F-BFF7-4191-AEC4-DF2A733CB187}" srcOrd="2" destOrd="0" presId="urn:microsoft.com/office/officeart/2005/8/layout/vList2"/>
    <dgm:cxn modelId="{9E695394-E6D6-478B-B6BE-C1FF74EA3A72}" type="presParOf" srcId="{43C88A5B-3621-4D64-9B9F-E9E95DB59643}" destId="{E7A26A4D-0C2C-4F76-9DB1-9278C02FF94D}" srcOrd="3" destOrd="0" presId="urn:microsoft.com/office/officeart/2005/8/layout/vList2"/>
    <dgm:cxn modelId="{6ED9B978-7848-413E-9651-E53F771595A4}" type="presParOf" srcId="{43C88A5B-3621-4D64-9B9F-E9E95DB59643}" destId="{F68AFAA5-87AC-4CD9-B0D0-91BC8AC8A65E}" srcOrd="4" destOrd="0" presId="urn:microsoft.com/office/officeart/2005/8/layout/vList2"/>
    <dgm:cxn modelId="{C01AB5F8-00DC-4847-8315-D5DC2BEE34EE}" type="presParOf" srcId="{43C88A5B-3621-4D64-9B9F-E9E95DB59643}" destId="{B3F38796-DB07-4FC8-8A8E-92F69924797E}" srcOrd="5" destOrd="0" presId="urn:microsoft.com/office/officeart/2005/8/layout/vList2"/>
    <dgm:cxn modelId="{D6DF88C2-624C-4300-9057-44477517A851}" type="presParOf" srcId="{43C88A5B-3621-4D64-9B9F-E9E95DB59643}" destId="{782C79D0-98FF-4C0E-9D21-A0914493C845}" srcOrd="6" destOrd="0" presId="urn:microsoft.com/office/officeart/2005/8/layout/vList2"/>
    <dgm:cxn modelId="{502CE23A-9ACC-45E8-BE2F-1517D6B245F2}" type="presParOf" srcId="{43C88A5B-3621-4D64-9B9F-E9E95DB59643}" destId="{0DFB65D9-160C-4CC6-BC8E-EBC88ADB9532}" srcOrd="7" destOrd="0" presId="urn:microsoft.com/office/officeart/2005/8/layout/vList2"/>
    <dgm:cxn modelId="{FFDD05BE-6B54-4377-8476-11847F87FA35}" type="presParOf" srcId="{43C88A5B-3621-4D64-9B9F-E9E95DB59643}" destId="{5EC3AF3F-7709-400A-ADD7-45E35AB089B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664664E-2E1A-4FA5-96D1-3241C4245A35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FD3020F-898B-475A-B661-05C6F71F31D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/>
            <a:t>Experience level influences VR effects </a:t>
          </a:r>
          <a:endParaRPr lang="en-GB" dirty="0"/>
        </a:p>
      </dgm:t>
    </dgm:pt>
    <dgm:pt modelId="{ED8C2390-DCEB-4820-B499-125FE31E5667}" type="parTrans" cxnId="{393F35DC-DF1D-4810-BC34-86C8F998D046}">
      <dgm:prSet/>
      <dgm:spPr/>
      <dgm:t>
        <a:bodyPr/>
        <a:lstStyle/>
        <a:p>
          <a:endParaRPr lang="en-GB"/>
        </a:p>
      </dgm:t>
    </dgm:pt>
    <dgm:pt modelId="{433E2D76-C094-42A2-8D7B-0C63650EBF09}" type="sibTrans" cxnId="{393F35DC-DF1D-4810-BC34-86C8F998D046}">
      <dgm:prSet/>
      <dgm:spPr/>
      <dgm:t>
        <a:bodyPr/>
        <a:lstStyle/>
        <a:p>
          <a:endParaRPr lang="en-GB"/>
        </a:p>
      </dgm:t>
    </dgm:pt>
    <dgm:pt modelId="{36DF58D7-40B3-4E76-96E9-3B81ABCA135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/>
            <a:t>First-time users experience stronger symptoms </a:t>
          </a:r>
        </a:p>
      </dgm:t>
    </dgm:pt>
    <dgm:pt modelId="{6D349DD7-402C-423A-90CA-B2AE6CCE542E}" type="parTrans" cxnId="{C49475B5-E4FC-4A41-BB9B-021477981E15}">
      <dgm:prSet/>
      <dgm:spPr/>
      <dgm:t>
        <a:bodyPr/>
        <a:lstStyle/>
        <a:p>
          <a:endParaRPr lang="en-GB"/>
        </a:p>
      </dgm:t>
    </dgm:pt>
    <dgm:pt modelId="{8E73FDEA-7924-42C4-959B-946190448673}" type="sibTrans" cxnId="{C49475B5-E4FC-4A41-BB9B-021477981E15}">
      <dgm:prSet/>
      <dgm:spPr/>
      <dgm:t>
        <a:bodyPr/>
        <a:lstStyle/>
        <a:p>
          <a:endParaRPr lang="en-GB"/>
        </a:p>
      </dgm:t>
    </dgm:pt>
    <dgm:pt modelId="{0540D8D7-33C3-4538-9D78-F411FA16E24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/>
            <a:t>Common effects include disorientation and instability </a:t>
          </a:r>
        </a:p>
      </dgm:t>
    </dgm:pt>
    <dgm:pt modelId="{70E7CF85-E00A-4852-B3EE-0F6A0623D5C0}" type="parTrans" cxnId="{6E8FDF37-356B-41E5-94F0-F25022451E51}">
      <dgm:prSet/>
      <dgm:spPr/>
      <dgm:t>
        <a:bodyPr/>
        <a:lstStyle/>
        <a:p>
          <a:endParaRPr lang="en-GB"/>
        </a:p>
      </dgm:t>
    </dgm:pt>
    <dgm:pt modelId="{AE50CD92-A1DF-41D0-8EC5-8CD253AB788E}" type="sibTrans" cxnId="{6E8FDF37-356B-41E5-94F0-F25022451E51}">
      <dgm:prSet/>
      <dgm:spPr/>
      <dgm:t>
        <a:bodyPr/>
        <a:lstStyle/>
        <a:p>
          <a:endParaRPr lang="en-GB"/>
        </a:p>
      </dgm:t>
    </dgm:pt>
    <dgm:pt modelId="{98F1299B-E197-483B-8649-C2C01BFF652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/>
            <a:t>Experienced users show reduced effects over time </a:t>
          </a:r>
        </a:p>
      </dgm:t>
    </dgm:pt>
    <dgm:pt modelId="{911A969E-C003-49F9-91D9-3377452C885F}" type="parTrans" cxnId="{48EBEA88-732C-467F-9FBD-FB47BC8FE658}">
      <dgm:prSet/>
      <dgm:spPr/>
      <dgm:t>
        <a:bodyPr/>
        <a:lstStyle/>
        <a:p>
          <a:endParaRPr lang="en-GB"/>
        </a:p>
      </dgm:t>
    </dgm:pt>
    <dgm:pt modelId="{1E8F7399-4AFE-4C27-82DF-6BAFECFA9282}" type="sibTrans" cxnId="{48EBEA88-732C-467F-9FBD-FB47BC8FE658}">
      <dgm:prSet/>
      <dgm:spPr/>
      <dgm:t>
        <a:bodyPr/>
        <a:lstStyle/>
        <a:p>
          <a:endParaRPr lang="en-GB"/>
        </a:p>
      </dgm:t>
    </dgm:pt>
    <dgm:pt modelId="{814611D1-1193-44F8-B111-9A5926F0F3A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/>
            <a:t>Suggests adaptation to VR environments </a:t>
          </a:r>
        </a:p>
      </dgm:t>
    </dgm:pt>
    <dgm:pt modelId="{7D5692A9-B872-4EE6-A893-809090BD5817}" type="parTrans" cxnId="{4426E545-9901-46E3-A0EB-E9C22F468A00}">
      <dgm:prSet/>
      <dgm:spPr/>
      <dgm:t>
        <a:bodyPr/>
        <a:lstStyle/>
        <a:p>
          <a:endParaRPr lang="en-GB"/>
        </a:p>
      </dgm:t>
    </dgm:pt>
    <dgm:pt modelId="{30991763-48A5-483D-A617-397A68BD1435}" type="sibTrans" cxnId="{4426E545-9901-46E3-A0EB-E9C22F468A00}">
      <dgm:prSet/>
      <dgm:spPr/>
      <dgm:t>
        <a:bodyPr/>
        <a:lstStyle/>
        <a:p>
          <a:endParaRPr lang="en-GB"/>
        </a:p>
      </dgm:t>
    </dgm:pt>
    <dgm:pt modelId="{75C750F8-823D-4791-9D85-D65B9110F330}" type="pres">
      <dgm:prSet presAssocID="{7664664E-2E1A-4FA5-96D1-3241C4245A35}" presName="outerComposite" presStyleCnt="0">
        <dgm:presLayoutVars>
          <dgm:chMax val="5"/>
          <dgm:dir/>
          <dgm:resizeHandles val="exact"/>
        </dgm:presLayoutVars>
      </dgm:prSet>
      <dgm:spPr/>
    </dgm:pt>
    <dgm:pt modelId="{9486EB92-4B79-4EB0-9B9C-9FAA68C94651}" type="pres">
      <dgm:prSet presAssocID="{7664664E-2E1A-4FA5-96D1-3241C4245A35}" presName="dummyMaxCanvas" presStyleCnt="0">
        <dgm:presLayoutVars/>
      </dgm:prSet>
      <dgm:spPr/>
    </dgm:pt>
    <dgm:pt modelId="{9901C42F-EA27-47C8-B088-2B725CDC21C3}" type="pres">
      <dgm:prSet presAssocID="{7664664E-2E1A-4FA5-96D1-3241C4245A35}" presName="FiveNodes_1" presStyleLbl="node1" presStyleIdx="0" presStyleCnt="5">
        <dgm:presLayoutVars>
          <dgm:bulletEnabled val="1"/>
        </dgm:presLayoutVars>
      </dgm:prSet>
      <dgm:spPr/>
    </dgm:pt>
    <dgm:pt modelId="{DA5B20AA-B166-4EDC-97F5-7FB50FDD7B90}" type="pres">
      <dgm:prSet presAssocID="{7664664E-2E1A-4FA5-96D1-3241C4245A35}" presName="FiveNodes_2" presStyleLbl="node1" presStyleIdx="1" presStyleCnt="5">
        <dgm:presLayoutVars>
          <dgm:bulletEnabled val="1"/>
        </dgm:presLayoutVars>
      </dgm:prSet>
      <dgm:spPr/>
    </dgm:pt>
    <dgm:pt modelId="{28455468-FAC4-4740-BF2E-30DD2D6D1018}" type="pres">
      <dgm:prSet presAssocID="{7664664E-2E1A-4FA5-96D1-3241C4245A35}" presName="FiveNodes_3" presStyleLbl="node1" presStyleIdx="2" presStyleCnt="5">
        <dgm:presLayoutVars>
          <dgm:bulletEnabled val="1"/>
        </dgm:presLayoutVars>
      </dgm:prSet>
      <dgm:spPr/>
    </dgm:pt>
    <dgm:pt modelId="{3425B39D-9DE3-4150-8A8F-908A58404435}" type="pres">
      <dgm:prSet presAssocID="{7664664E-2E1A-4FA5-96D1-3241C4245A35}" presName="FiveNodes_4" presStyleLbl="node1" presStyleIdx="3" presStyleCnt="5">
        <dgm:presLayoutVars>
          <dgm:bulletEnabled val="1"/>
        </dgm:presLayoutVars>
      </dgm:prSet>
      <dgm:spPr/>
    </dgm:pt>
    <dgm:pt modelId="{4E2AEC14-81D1-4226-9308-D42853A98A76}" type="pres">
      <dgm:prSet presAssocID="{7664664E-2E1A-4FA5-96D1-3241C4245A35}" presName="FiveNodes_5" presStyleLbl="node1" presStyleIdx="4" presStyleCnt="5">
        <dgm:presLayoutVars>
          <dgm:bulletEnabled val="1"/>
        </dgm:presLayoutVars>
      </dgm:prSet>
      <dgm:spPr/>
    </dgm:pt>
    <dgm:pt modelId="{4D3E71D0-4806-436B-B053-4CBEED541DD3}" type="pres">
      <dgm:prSet presAssocID="{7664664E-2E1A-4FA5-96D1-3241C4245A35}" presName="FiveConn_1-2" presStyleLbl="fgAccFollowNode1" presStyleIdx="0" presStyleCnt="4">
        <dgm:presLayoutVars>
          <dgm:bulletEnabled val="1"/>
        </dgm:presLayoutVars>
      </dgm:prSet>
      <dgm:spPr/>
    </dgm:pt>
    <dgm:pt modelId="{7E35495D-B10A-4240-8E23-B8550B27F3DF}" type="pres">
      <dgm:prSet presAssocID="{7664664E-2E1A-4FA5-96D1-3241C4245A35}" presName="FiveConn_2-3" presStyleLbl="fgAccFollowNode1" presStyleIdx="1" presStyleCnt="4">
        <dgm:presLayoutVars>
          <dgm:bulletEnabled val="1"/>
        </dgm:presLayoutVars>
      </dgm:prSet>
      <dgm:spPr/>
    </dgm:pt>
    <dgm:pt modelId="{9E515C6E-BC3D-4FD7-89DB-A4F76E14B56E}" type="pres">
      <dgm:prSet presAssocID="{7664664E-2E1A-4FA5-96D1-3241C4245A35}" presName="FiveConn_3-4" presStyleLbl="fgAccFollowNode1" presStyleIdx="2" presStyleCnt="4">
        <dgm:presLayoutVars>
          <dgm:bulletEnabled val="1"/>
        </dgm:presLayoutVars>
      </dgm:prSet>
      <dgm:spPr/>
    </dgm:pt>
    <dgm:pt modelId="{1B803DAB-B814-43F5-A485-BC2C8CB0BFB8}" type="pres">
      <dgm:prSet presAssocID="{7664664E-2E1A-4FA5-96D1-3241C4245A35}" presName="FiveConn_4-5" presStyleLbl="fgAccFollowNode1" presStyleIdx="3" presStyleCnt="4">
        <dgm:presLayoutVars>
          <dgm:bulletEnabled val="1"/>
        </dgm:presLayoutVars>
      </dgm:prSet>
      <dgm:spPr/>
    </dgm:pt>
    <dgm:pt modelId="{15577559-94F5-4303-81DE-5405B0FD3373}" type="pres">
      <dgm:prSet presAssocID="{7664664E-2E1A-4FA5-96D1-3241C4245A35}" presName="FiveNodes_1_text" presStyleLbl="node1" presStyleIdx="4" presStyleCnt="5">
        <dgm:presLayoutVars>
          <dgm:bulletEnabled val="1"/>
        </dgm:presLayoutVars>
      </dgm:prSet>
      <dgm:spPr/>
    </dgm:pt>
    <dgm:pt modelId="{1F94A873-F064-42F7-A080-968D590B06D5}" type="pres">
      <dgm:prSet presAssocID="{7664664E-2E1A-4FA5-96D1-3241C4245A35}" presName="FiveNodes_2_text" presStyleLbl="node1" presStyleIdx="4" presStyleCnt="5">
        <dgm:presLayoutVars>
          <dgm:bulletEnabled val="1"/>
        </dgm:presLayoutVars>
      </dgm:prSet>
      <dgm:spPr/>
    </dgm:pt>
    <dgm:pt modelId="{4518A60F-6C4E-4621-AC5E-36E9323858E7}" type="pres">
      <dgm:prSet presAssocID="{7664664E-2E1A-4FA5-96D1-3241C4245A35}" presName="FiveNodes_3_text" presStyleLbl="node1" presStyleIdx="4" presStyleCnt="5">
        <dgm:presLayoutVars>
          <dgm:bulletEnabled val="1"/>
        </dgm:presLayoutVars>
      </dgm:prSet>
      <dgm:spPr/>
    </dgm:pt>
    <dgm:pt modelId="{689FC9ED-B544-43CD-9F5B-8A7A56A92D12}" type="pres">
      <dgm:prSet presAssocID="{7664664E-2E1A-4FA5-96D1-3241C4245A35}" presName="FiveNodes_4_text" presStyleLbl="node1" presStyleIdx="4" presStyleCnt="5">
        <dgm:presLayoutVars>
          <dgm:bulletEnabled val="1"/>
        </dgm:presLayoutVars>
      </dgm:prSet>
      <dgm:spPr/>
    </dgm:pt>
    <dgm:pt modelId="{FE2EEE60-410E-4C45-B89E-143126ACF0DF}" type="pres">
      <dgm:prSet presAssocID="{7664664E-2E1A-4FA5-96D1-3241C4245A35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72FA8112-4AEC-4908-9530-9D11B1C3A2B8}" type="presOf" srcId="{433E2D76-C094-42A2-8D7B-0C63650EBF09}" destId="{4D3E71D0-4806-436B-B053-4CBEED541DD3}" srcOrd="0" destOrd="0" presId="urn:microsoft.com/office/officeart/2005/8/layout/vProcess5"/>
    <dgm:cxn modelId="{72DFFB1F-736E-4B6E-B8ED-5173CADCCD5C}" type="presOf" srcId="{0540D8D7-33C3-4538-9D78-F411FA16E249}" destId="{4518A60F-6C4E-4621-AC5E-36E9323858E7}" srcOrd="1" destOrd="0" presId="urn:microsoft.com/office/officeart/2005/8/layout/vProcess5"/>
    <dgm:cxn modelId="{67FAFE2A-E11B-46F4-86D2-FF352EA08D27}" type="presOf" srcId="{814611D1-1193-44F8-B111-9A5926F0F3AB}" destId="{4E2AEC14-81D1-4226-9308-D42853A98A76}" srcOrd="0" destOrd="0" presId="urn:microsoft.com/office/officeart/2005/8/layout/vProcess5"/>
    <dgm:cxn modelId="{6E8FDF37-356B-41E5-94F0-F25022451E51}" srcId="{7664664E-2E1A-4FA5-96D1-3241C4245A35}" destId="{0540D8D7-33C3-4538-9D78-F411FA16E249}" srcOrd="2" destOrd="0" parTransId="{70E7CF85-E00A-4852-B3EE-0F6A0623D5C0}" sibTransId="{AE50CD92-A1DF-41D0-8EC5-8CD253AB788E}"/>
    <dgm:cxn modelId="{FE56EF39-8944-43EA-A309-876DD1559347}" type="presOf" srcId="{36DF58D7-40B3-4E76-96E9-3B81ABCA1356}" destId="{1F94A873-F064-42F7-A080-968D590B06D5}" srcOrd="1" destOrd="0" presId="urn:microsoft.com/office/officeart/2005/8/layout/vProcess5"/>
    <dgm:cxn modelId="{20A8D13E-7359-495B-96A2-68A5EC19924B}" type="presOf" srcId="{BFD3020F-898B-475A-B661-05C6F71F31D2}" destId="{15577559-94F5-4303-81DE-5405B0FD3373}" srcOrd="1" destOrd="0" presId="urn:microsoft.com/office/officeart/2005/8/layout/vProcess5"/>
    <dgm:cxn modelId="{4426E545-9901-46E3-A0EB-E9C22F468A00}" srcId="{7664664E-2E1A-4FA5-96D1-3241C4245A35}" destId="{814611D1-1193-44F8-B111-9A5926F0F3AB}" srcOrd="4" destOrd="0" parTransId="{7D5692A9-B872-4EE6-A893-809090BD5817}" sibTransId="{30991763-48A5-483D-A617-397A68BD1435}"/>
    <dgm:cxn modelId="{34C20469-3044-419A-9CE4-7C6995BA4D3D}" type="presOf" srcId="{1E8F7399-4AFE-4C27-82DF-6BAFECFA9282}" destId="{1B803DAB-B814-43F5-A485-BC2C8CB0BFB8}" srcOrd="0" destOrd="0" presId="urn:microsoft.com/office/officeart/2005/8/layout/vProcess5"/>
    <dgm:cxn modelId="{440D9A49-5CB9-4C26-AC6A-5C05EBAEE38F}" type="presOf" srcId="{0540D8D7-33C3-4538-9D78-F411FA16E249}" destId="{28455468-FAC4-4740-BF2E-30DD2D6D1018}" srcOrd="0" destOrd="0" presId="urn:microsoft.com/office/officeart/2005/8/layout/vProcess5"/>
    <dgm:cxn modelId="{6120F77C-9C28-465C-9CCD-9E0EC76872DF}" type="presOf" srcId="{98F1299B-E197-483B-8649-C2C01BFF652F}" destId="{3425B39D-9DE3-4150-8A8F-908A58404435}" srcOrd="0" destOrd="0" presId="urn:microsoft.com/office/officeart/2005/8/layout/vProcess5"/>
    <dgm:cxn modelId="{48EBEA88-732C-467F-9FBD-FB47BC8FE658}" srcId="{7664664E-2E1A-4FA5-96D1-3241C4245A35}" destId="{98F1299B-E197-483B-8649-C2C01BFF652F}" srcOrd="3" destOrd="0" parTransId="{911A969E-C003-49F9-91D9-3377452C885F}" sibTransId="{1E8F7399-4AFE-4C27-82DF-6BAFECFA9282}"/>
    <dgm:cxn modelId="{72066289-FE92-4070-A8B1-0CF84BE4D0E4}" type="presOf" srcId="{36DF58D7-40B3-4E76-96E9-3B81ABCA1356}" destId="{DA5B20AA-B166-4EDC-97F5-7FB50FDD7B90}" srcOrd="0" destOrd="0" presId="urn:microsoft.com/office/officeart/2005/8/layout/vProcess5"/>
    <dgm:cxn modelId="{74A1458D-9AA0-4C9E-8C07-420FFD87A609}" type="presOf" srcId="{AE50CD92-A1DF-41D0-8EC5-8CD253AB788E}" destId="{9E515C6E-BC3D-4FD7-89DB-A4F76E14B56E}" srcOrd="0" destOrd="0" presId="urn:microsoft.com/office/officeart/2005/8/layout/vProcess5"/>
    <dgm:cxn modelId="{3C10D6A5-9F6C-43DC-8868-A66CF24DF4CD}" type="presOf" srcId="{7664664E-2E1A-4FA5-96D1-3241C4245A35}" destId="{75C750F8-823D-4791-9D85-D65B9110F330}" srcOrd="0" destOrd="0" presId="urn:microsoft.com/office/officeart/2005/8/layout/vProcess5"/>
    <dgm:cxn modelId="{C49475B5-E4FC-4A41-BB9B-021477981E15}" srcId="{7664664E-2E1A-4FA5-96D1-3241C4245A35}" destId="{36DF58D7-40B3-4E76-96E9-3B81ABCA1356}" srcOrd="1" destOrd="0" parTransId="{6D349DD7-402C-423A-90CA-B2AE6CCE542E}" sibTransId="{8E73FDEA-7924-42C4-959B-946190448673}"/>
    <dgm:cxn modelId="{3B65E4C7-B48B-43EC-8FA7-E0AB2E3B1996}" type="presOf" srcId="{814611D1-1193-44F8-B111-9A5926F0F3AB}" destId="{FE2EEE60-410E-4C45-B89E-143126ACF0DF}" srcOrd="1" destOrd="0" presId="urn:microsoft.com/office/officeart/2005/8/layout/vProcess5"/>
    <dgm:cxn modelId="{AA30EFCC-8E5E-481E-BED4-2B6EBF5DA187}" type="presOf" srcId="{98F1299B-E197-483B-8649-C2C01BFF652F}" destId="{689FC9ED-B544-43CD-9F5B-8A7A56A92D12}" srcOrd="1" destOrd="0" presId="urn:microsoft.com/office/officeart/2005/8/layout/vProcess5"/>
    <dgm:cxn modelId="{EE6832D4-4AC2-46FD-91D5-D6B61AD17A3C}" type="presOf" srcId="{BFD3020F-898B-475A-B661-05C6F71F31D2}" destId="{9901C42F-EA27-47C8-B088-2B725CDC21C3}" srcOrd="0" destOrd="0" presId="urn:microsoft.com/office/officeart/2005/8/layout/vProcess5"/>
    <dgm:cxn modelId="{393F35DC-DF1D-4810-BC34-86C8F998D046}" srcId="{7664664E-2E1A-4FA5-96D1-3241C4245A35}" destId="{BFD3020F-898B-475A-B661-05C6F71F31D2}" srcOrd="0" destOrd="0" parTransId="{ED8C2390-DCEB-4820-B499-125FE31E5667}" sibTransId="{433E2D76-C094-42A2-8D7B-0C63650EBF09}"/>
    <dgm:cxn modelId="{C241C2EB-1167-4086-949F-DA68249A8DDF}" type="presOf" srcId="{8E73FDEA-7924-42C4-959B-946190448673}" destId="{7E35495D-B10A-4240-8E23-B8550B27F3DF}" srcOrd="0" destOrd="0" presId="urn:microsoft.com/office/officeart/2005/8/layout/vProcess5"/>
    <dgm:cxn modelId="{05E11A1A-5354-4ECE-B4DD-12F455742595}" type="presParOf" srcId="{75C750F8-823D-4791-9D85-D65B9110F330}" destId="{9486EB92-4B79-4EB0-9B9C-9FAA68C94651}" srcOrd="0" destOrd="0" presId="urn:microsoft.com/office/officeart/2005/8/layout/vProcess5"/>
    <dgm:cxn modelId="{75DC1AD3-A7FE-412A-B1E9-F2EAB3A58C04}" type="presParOf" srcId="{75C750F8-823D-4791-9D85-D65B9110F330}" destId="{9901C42F-EA27-47C8-B088-2B725CDC21C3}" srcOrd="1" destOrd="0" presId="urn:microsoft.com/office/officeart/2005/8/layout/vProcess5"/>
    <dgm:cxn modelId="{7A6C0F6D-D09F-4A31-8C7C-6BCCA661A934}" type="presParOf" srcId="{75C750F8-823D-4791-9D85-D65B9110F330}" destId="{DA5B20AA-B166-4EDC-97F5-7FB50FDD7B90}" srcOrd="2" destOrd="0" presId="urn:microsoft.com/office/officeart/2005/8/layout/vProcess5"/>
    <dgm:cxn modelId="{1873A39D-50D1-469B-A8C7-C481ACAFE277}" type="presParOf" srcId="{75C750F8-823D-4791-9D85-D65B9110F330}" destId="{28455468-FAC4-4740-BF2E-30DD2D6D1018}" srcOrd="3" destOrd="0" presId="urn:microsoft.com/office/officeart/2005/8/layout/vProcess5"/>
    <dgm:cxn modelId="{300B8BC3-D685-4D7D-A99D-7764AED8C1A6}" type="presParOf" srcId="{75C750F8-823D-4791-9D85-D65B9110F330}" destId="{3425B39D-9DE3-4150-8A8F-908A58404435}" srcOrd="4" destOrd="0" presId="urn:microsoft.com/office/officeart/2005/8/layout/vProcess5"/>
    <dgm:cxn modelId="{09C4AC78-EEF9-4873-AD17-9D45A985E57C}" type="presParOf" srcId="{75C750F8-823D-4791-9D85-D65B9110F330}" destId="{4E2AEC14-81D1-4226-9308-D42853A98A76}" srcOrd="5" destOrd="0" presId="urn:microsoft.com/office/officeart/2005/8/layout/vProcess5"/>
    <dgm:cxn modelId="{1694811F-8111-494B-84C5-5ACF17D18A24}" type="presParOf" srcId="{75C750F8-823D-4791-9D85-D65B9110F330}" destId="{4D3E71D0-4806-436B-B053-4CBEED541DD3}" srcOrd="6" destOrd="0" presId="urn:microsoft.com/office/officeart/2005/8/layout/vProcess5"/>
    <dgm:cxn modelId="{05FB86A1-0D32-484D-98E9-DD39E350FB7C}" type="presParOf" srcId="{75C750F8-823D-4791-9D85-D65B9110F330}" destId="{7E35495D-B10A-4240-8E23-B8550B27F3DF}" srcOrd="7" destOrd="0" presId="urn:microsoft.com/office/officeart/2005/8/layout/vProcess5"/>
    <dgm:cxn modelId="{A58C4B20-5A21-410F-A5BB-CA30B537710F}" type="presParOf" srcId="{75C750F8-823D-4791-9D85-D65B9110F330}" destId="{9E515C6E-BC3D-4FD7-89DB-A4F76E14B56E}" srcOrd="8" destOrd="0" presId="urn:microsoft.com/office/officeart/2005/8/layout/vProcess5"/>
    <dgm:cxn modelId="{85914929-8669-45E5-A7C4-5DB7D7D1C3E0}" type="presParOf" srcId="{75C750F8-823D-4791-9D85-D65B9110F330}" destId="{1B803DAB-B814-43F5-A485-BC2C8CB0BFB8}" srcOrd="9" destOrd="0" presId="urn:microsoft.com/office/officeart/2005/8/layout/vProcess5"/>
    <dgm:cxn modelId="{A3461E10-F60B-4A3F-91E0-3DD6E7F8F032}" type="presParOf" srcId="{75C750F8-823D-4791-9D85-D65B9110F330}" destId="{15577559-94F5-4303-81DE-5405B0FD3373}" srcOrd="10" destOrd="0" presId="urn:microsoft.com/office/officeart/2005/8/layout/vProcess5"/>
    <dgm:cxn modelId="{7920F320-AC45-4D87-BD23-F394706EF57B}" type="presParOf" srcId="{75C750F8-823D-4791-9D85-D65B9110F330}" destId="{1F94A873-F064-42F7-A080-968D590B06D5}" srcOrd="11" destOrd="0" presId="urn:microsoft.com/office/officeart/2005/8/layout/vProcess5"/>
    <dgm:cxn modelId="{B92E9B34-C0A8-42F3-946F-E7520502F1B0}" type="presParOf" srcId="{75C750F8-823D-4791-9D85-D65B9110F330}" destId="{4518A60F-6C4E-4621-AC5E-36E9323858E7}" srcOrd="12" destOrd="0" presId="urn:microsoft.com/office/officeart/2005/8/layout/vProcess5"/>
    <dgm:cxn modelId="{09B2FC57-351D-40B7-9E7A-E6B0A7467CF1}" type="presParOf" srcId="{75C750F8-823D-4791-9D85-D65B9110F330}" destId="{689FC9ED-B544-43CD-9F5B-8A7A56A92D12}" srcOrd="13" destOrd="0" presId="urn:microsoft.com/office/officeart/2005/8/layout/vProcess5"/>
    <dgm:cxn modelId="{FB354B83-B93D-488E-9A83-B9D615C2B61C}" type="presParOf" srcId="{75C750F8-823D-4791-9D85-D65B9110F330}" destId="{FE2EEE60-410E-4C45-B89E-143126ACF0DF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EAA7FE5-02F1-460A-A1C7-C568A4C7ECE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41C1F62-67AD-4594-8332-D3929A04B6AC}" type="pres">
      <dgm:prSet presAssocID="{1EAA7FE5-02F1-460A-A1C7-C568A4C7ECEF}" presName="root" presStyleCnt="0">
        <dgm:presLayoutVars>
          <dgm:dir/>
          <dgm:resizeHandles val="exact"/>
        </dgm:presLayoutVars>
      </dgm:prSet>
      <dgm:spPr/>
    </dgm:pt>
  </dgm:ptLst>
  <dgm:cxnLst>
    <dgm:cxn modelId="{653E1145-5604-4D3C-AFC3-1C4762A6BA2F}" type="presOf" srcId="{1EAA7FE5-02F1-460A-A1C7-C568A4C7ECEF}" destId="{D41C1F62-67AD-4594-8332-D3929A04B6AC}" srcOrd="0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D7D89D3-33FA-41E0-887A-AA946325AB49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3FFE056-980A-43FA-B43D-3E24FBE251AD}">
      <dgm:prSet/>
      <dgm:spPr/>
      <dgm:t>
        <a:bodyPr/>
        <a:lstStyle/>
        <a:p>
          <a:r>
            <a:rPr lang="en-GB"/>
            <a:t>VR may create safety risks after prolonged use </a:t>
          </a:r>
        </a:p>
      </dgm:t>
    </dgm:pt>
    <dgm:pt modelId="{2D07135E-D622-4147-8D41-951667A1D4C4}" type="parTrans" cxnId="{1F28EE03-1065-4818-948E-4A37512DDDFB}">
      <dgm:prSet/>
      <dgm:spPr/>
      <dgm:t>
        <a:bodyPr/>
        <a:lstStyle/>
        <a:p>
          <a:endParaRPr lang="en-GB"/>
        </a:p>
      </dgm:t>
    </dgm:pt>
    <dgm:pt modelId="{B4D4AE07-F61A-46D9-B831-613EEA110AD1}" type="sibTrans" cxnId="{1F28EE03-1065-4818-948E-4A37512DDDFB}">
      <dgm:prSet/>
      <dgm:spPr/>
      <dgm:t>
        <a:bodyPr/>
        <a:lstStyle/>
        <a:p>
          <a:endParaRPr lang="en-GB"/>
        </a:p>
      </dgm:t>
    </dgm:pt>
    <dgm:pt modelId="{ECA80B17-4319-4127-8793-DAD296681C59}">
      <dgm:prSet/>
      <dgm:spPr/>
      <dgm:t>
        <a:bodyPr/>
        <a:lstStyle/>
        <a:p>
          <a:r>
            <a:rPr lang="en-GB"/>
            <a:t>Important for industries: </a:t>
          </a:r>
        </a:p>
      </dgm:t>
    </dgm:pt>
    <dgm:pt modelId="{CFD3B849-94D4-4008-9B6C-DC0BD7E3B0CA}" type="parTrans" cxnId="{D25EFD1B-A75C-4C9B-ADD8-465806C5BC5B}">
      <dgm:prSet/>
      <dgm:spPr/>
      <dgm:t>
        <a:bodyPr/>
        <a:lstStyle/>
        <a:p>
          <a:endParaRPr lang="en-GB"/>
        </a:p>
      </dgm:t>
    </dgm:pt>
    <dgm:pt modelId="{F8BEAF00-C5F9-478E-A314-DF00643DFFF3}" type="sibTrans" cxnId="{D25EFD1B-A75C-4C9B-ADD8-465806C5BC5B}">
      <dgm:prSet/>
      <dgm:spPr/>
      <dgm:t>
        <a:bodyPr/>
        <a:lstStyle/>
        <a:p>
          <a:endParaRPr lang="en-GB"/>
        </a:p>
      </dgm:t>
    </dgm:pt>
    <dgm:pt modelId="{E5CDC54C-2930-40BC-8E0A-61E732979369}">
      <dgm:prSet/>
      <dgm:spPr/>
      <dgm:t>
        <a:bodyPr/>
        <a:lstStyle/>
        <a:p>
          <a:r>
            <a:rPr lang="en-GB"/>
            <a:t>Gaming </a:t>
          </a:r>
        </a:p>
      </dgm:t>
    </dgm:pt>
    <dgm:pt modelId="{90791DDC-248F-4FAF-92E5-AC8B2B4714AC}" type="parTrans" cxnId="{35862904-EDB8-4F85-8199-C8E1C78B685C}">
      <dgm:prSet/>
      <dgm:spPr/>
      <dgm:t>
        <a:bodyPr/>
        <a:lstStyle/>
        <a:p>
          <a:endParaRPr lang="en-GB"/>
        </a:p>
      </dgm:t>
    </dgm:pt>
    <dgm:pt modelId="{A9EF7C7A-6E87-4CC7-853C-8C40641DDCAD}" type="sibTrans" cxnId="{35862904-EDB8-4F85-8199-C8E1C78B685C}">
      <dgm:prSet/>
      <dgm:spPr/>
      <dgm:t>
        <a:bodyPr/>
        <a:lstStyle/>
        <a:p>
          <a:endParaRPr lang="en-GB"/>
        </a:p>
      </dgm:t>
    </dgm:pt>
    <dgm:pt modelId="{C1912A8D-A737-40B0-ACB3-AA1BF7F97882}">
      <dgm:prSet/>
      <dgm:spPr/>
      <dgm:t>
        <a:bodyPr/>
        <a:lstStyle/>
        <a:p>
          <a:r>
            <a:rPr lang="en-GB"/>
            <a:t>Training simulations </a:t>
          </a:r>
        </a:p>
      </dgm:t>
    </dgm:pt>
    <dgm:pt modelId="{B0A9F0DC-AB5B-423D-BB12-0CAA303F042B}" type="parTrans" cxnId="{892C3110-4321-40AF-B9DD-CD3714FDF483}">
      <dgm:prSet/>
      <dgm:spPr/>
      <dgm:t>
        <a:bodyPr/>
        <a:lstStyle/>
        <a:p>
          <a:endParaRPr lang="en-GB"/>
        </a:p>
      </dgm:t>
    </dgm:pt>
    <dgm:pt modelId="{E244A2F3-29AA-4979-9FAE-2F6AB1644670}" type="sibTrans" cxnId="{892C3110-4321-40AF-B9DD-CD3714FDF483}">
      <dgm:prSet/>
      <dgm:spPr/>
      <dgm:t>
        <a:bodyPr/>
        <a:lstStyle/>
        <a:p>
          <a:endParaRPr lang="en-GB"/>
        </a:p>
      </dgm:t>
    </dgm:pt>
    <dgm:pt modelId="{7CCA4368-6029-4D36-B6BA-247D2915E34A}">
      <dgm:prSet/>
      <dgm:spPr/>
      <dgm:t>
        <a:bodyPr/>
        <a:lstStyle/>
        <a:p>
          <a:r>
            <a:rPr lang="en-GB"/>
            <a:t>Highlights need for: </a:t>
          </a:r>
        </a:p>
      </dgm:t>
    </dgm:pt>
    <dgm:pt modelId="{E0D25C5D-4A57-484C-9868-751C4512DAC1}" type="parTrans" cxnId="{054F1BF4-66E5-4079-B09D-A7965E894E5A}">
      <dgm:prSet/>
      <dgm:spPr/>
      <dgm:t>
        <a:bodyPr/>
        <a:lstStyle/>
        <a:p>
          <a:endParaRPr lang="en-GB"/>
        </a:p>
      </dgm:t>
    </dgm:pt>
    <dgm:pt modelId="{C5F4E77F-D4D8-4AA9-9F11-4CA5DF9A6AC8}" type="sibTrans" cxnId="{054F1BF4-66E5-4079-B09D-A7965E894E5A}">
      <dgm:prSet/>
      <dgm:spPr/>
      <dgm:t>
        <a:bodyPr/>
        <a:lstStyle/>
        <a:p>
          <a:endParaRPr lang="en-GB"/>
        </a:p>
      </dgm:t>
    </dgm:pt>
    <dgm:pt modelId="{3FC0C3BF-3236-48B2-9C36-97D4E016485A}">
      <dgm:prSet/>
      <dgm:spPr/>
      <dgm:t>
        <a:bodyPr/>
        <a:lstStyle/>
        <a:p>
          <a:r>
            <a:rPr lang="en-GB"/>
            <a:t>Regular breaks </a:t>
          </a:r>
        </a:p>
      </dgm:t>
    </dgm:pt>
    <dgm:pt modelId="{A2E340AD-9428-4610-A115-344DF791EFE9}" type="parTrans" cxnId="{6A3B9024-E503-4EC9-AD84-053396288BB6}">
      <dgm:prSet/>
      <dgm:spPr/>
      <dgm:t>
        <a:bodyPr/>
        <a:lstStyle/>
        <a:p>
          <a:endParaRPr lang="en-GB"/>
        </a:p>
      </dgm:t>
    </dgm:pt>
    <dgm:pt modelId="{D7F92542-5DD7-4603-9C53-D5B58F4C7465}" type="sibTrans" cxnId="{6A3B9024-E503-4EC9-AD84-053396288BB6}">
      <dgm:prSet/>
      <dgm:spPr/>
      <dgm:t>
        <a:bodyPr/>
        <a:lstStyle/>
        <a:p>
          <a:endParaRPr lang="en-GB"/>
        </a:p>
      </dgm:t>
    </dgm:pt>
    <dgm:pt modelId="{1AE59C68-1B36-43FA-A55F-04811C7EA443}">
      <dgm:prSet/>
      <dgm:spPr/>
      <dgm:t>
        <a:bodyPr/>
        <a:lstStyle/>
        <a:p>
          <a:r>
            <a:rPr lang="en-GB"/>
            <a:t>Improved VR system design </a:t>
          </a:r>
        </a:p>
      </dgm:t>
    </dgm:pt>
    <dgm:pt modelId="{221694F3-B298-40FE-8BA4-346BACC5D547}" type="parTrans" cxnId="{79933B12-16BB-4062-ABDF-A2E2AD540BD7}">
      <dgm:prSet/>
      <dgm:spPr/>
      <dgm:t>
        <a:bodyPr/>
        <a:lstStyle/>
        <a:p>
          <a:endParaRPr lang="en-GB"/>
        </a:p>
      </dgm:t>
    </dgm:pt>
    <dgm:pt modelId="{21CF0222-0C55-4F96-A387-1E57793B4895}" type="sibTrans" cxnId="{79933B12-16BB-4062-ABDF-A2E2AD540BD7}">
      <dgm:prSet/>
      <dgm:spPr/>
      <dgm:t>
        <a:bodyPr/>
        <a:lstStyle/>
        <a:p>
          <a:endParaRPr lang="en-GB"/>
        </a:p>
      </dgm:t>
    </dgm:pt>
    <dgm:pt modelId="{15F4F599-76DF-4A8B-A5D4-98C03E3685B2}">
      <dgm:prSet/>
      <dgm:spPr/>
      <dgm:t>
        <a:bodyPr/>
        <a:lstStyle/>
        <a:p>
          <a:r>
            <a:rPr lang="en-GB"/>
            <a:t>Raises awareness of long-term health effects </a:t>
          </a:r>
        </a:p>
      </dgm:t>
    </dgm:pt>
    <dgm:pt modelId="{A697E254-9967-4AF1-A8DE-833F847171CA}" type="parTrans" cxnId="{AC8CF97F-A7AE-4048-A8CD-CF0F19128514}">
      <dgm:prSet/>
      <dgm:spPr/>
      <dgm:t>
        <a:bodyPr/>
        <a:lstStyle/>
        <a:p>
          <a:endParaRPr lang="en-GB"/>
        </a:p>
      </dgm:t>
    </dgm:pt>
    <dgm:pt modelId="{79869789-FB46-445A-B0F5-0E0C7A74426B}" type="sibTrans" cxnId="{AC8CF97F-A7AE-4048-A8CD-CF0F19128514}">
      <dgm:prSet/>
      <dgm:spPr/>
      <dgm:t>
        <a:bodyPr/>
        <a:lstStyle/>
        <a:p>
          <a:endParaRPr lang="en-GB"/>
        </a:p>
      </dgm:t>
    </dgm:pt>
    <dgm:pt modelId="{AB14C2B3-5741-49BC-848F-67FA5092C007}" type="pres">
      <dgm:prSet presAssocID="{3D7D89D3-33FA-41E0-887A-AA946325AB49}" presName="linear" presStyleCnt="0">
        <dgm:presLayoutVars>
          <dgm:dir/>
          <dgm:animLvl val="lvl"/>
          <dgm:resizeHandles val="exact"/>
        </dgm:presLayoutVars>
      </dgm:prSet>
      <dgm:spPr/>
    </dgm:pt>
    <dgm:pt modelId="{7A80D303-942A-4721-BC44-6EB6F6BCEEA5}" type="pres">
      <dgm:prSet presAssocID="{73FFE056-980A-43FA-B43D-3E24FBE251AD}" presName="parentLin" presStyleCnt="0"/>
      <dgm:spPr/>
    </dgm:pt>
    <dgm:pt modelId="{E6E72A94-5E05-4CA7-8BC4-CF388696E2DF}" type="pres">
      <dgm:prSet presAssocID="{73FFE056-980A-43FA-B43D-3E24FBE251AD}" presName="parentLeftMargin" presStyleLbl="node1" presStyleIdx="0" presStyleCnt="4"/>
      <dgm:spPr/>
    </dgm:pt>
    <dgm:pt modelId="{09687FDB-560F-47EE-BE2C-CE217D29A324}" type="pres">
      <dgm:prSet presAssocID="{73FFE056-980A-43FA-B43D-3E24FBE251A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F37C604-DDAB-46C2-89A3-C3F7F11E648A}" type="pres">
      <dgm:prSet presAssocID="{73FFE056-980A-43FA-B43D-3E24FBE251AD}" presName="negativeSpace" presStyleCnt="0"/>
      <dgm:spPr/>
    </dgm:pt>
    <dgm:pt modelId="{1EBE2921-2C88-4B20-B63C-A0CC27782815}" type="pres">
      <dgm:prSet presAssocID="{73FFE056-980A-43FA-B43D-3E24FBE251AD}" presName="childText" presStyleLbl="conFgAcc1" presStyleIdx="0" presStyleCnt="4">
        <dgm:presLayoutVars>
          <dgm:bulletEnabled val="1"/>
        </dgm:presLayoutVars>
      </dgm:prSet>
      <dgm:spPr/>
    </dgm:pt>
    <dgm:pt modelId="{26EB6D5B-12C7-4895-ABE0-72807A13BEA7}" type="pres">
      <dgm:prSet presAssocID="{B4D4AE07-F61A-46D9-B831-613EEA110AD1}" presName="spaceBetweenRectangles" presStyleCnt="0"/>
      <dgm:spPr/>
    </dgm:pt>
    <dgm:pt modelId="{9149B253-F725-4B9E-BAF9-0BB34F9E1EF8}" type="pres">
      <dgm:prSet presAssocID="{ECA80B17-4319-4127-8793-DAD296681C59}" presName="parentLin" presStyleCnt="0"/>
      <dgm:spPr/>
    </dgm:pt>
    <dgm:pt modelId="{A150BB5F-DE7C-43E0-B019-4104F1C52D45}" type="pres">
      <dgm:prSet presAssocID="{ECA80B17-4319-4127-8793-DAD296681C59}" presName="parentLeftMargin" presStyleLbl="node1" presStyleIdx="0" presStyleCnt="4"/>
      <dgm:spPr/>
    </dgm:pt>
    <dgm:pt modelId="{F4DBEE14-1908-4408-B7E0-5AF19118E340}" type="pres">
      <dgm:prSet presAssocID="{ECA80B17-4319-4127-8793-DAD296681C5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C00252C-08A6-4047-A88F-3ABEB4D9F44D}" type="pres">
      <dgm:prSet presAssocID="{ECA80B17-4319-4127-8793-DAD296681C59}" presName="negativeSpace" presStyleCnt="0"/>
      <dgm:spPr/>
    </dgm:pt>
    <dgm:pt modelId="{A8AA99EA-F2D1-4CEE-9660-B62C09E4620D}" type="pres">
      <dgm:prSet presAssocID="{ECA80B17-4319-4127-8793-DAD296681C59}" presName="childText" presStyleLbl="conFgAcc1" presStyleIdx="1" presStyleCnt="4">
        <dgm:presLayoutVars>
          <dgm:bulletEnabled val="1"/>
        </dgm:presLayoutVars>
      </dgm:prSet>
      <dgm:spPr/>
    </dgm:pt>
    <dgm:pt modelId="{74923177-1A6C-4098-A80A-047BC1A8A088}" type="pres">
      <dgm:prSet presAssocID="{F8BEAF00-C5F9-478E-A314-DF00643DFFF3}" presName="spaceBetweenRectangles" presStyleCnt="0"/>
      <dgm:spPr/>
    </dgm:pt>
    <dgm:pt modelId="{171233E8-2017-4905-9B75-FFE37A3AE368}" type="pres">
      <dgm:prSet presAssocID="{7CCA4368-6029-4D36-B6BA-247D2915E34A}" presName="parentLin" presStyleCnt="0"/>
      <dgm:spPr/>
    </dgm:pt>
    <dgm:pt modelId="{B6BC9D6F-AB48-4210-861A-97AE2A5282A5}" type="pres">
      <dgm:prSet presAssocID="{7CCA4368-6029-4D36-B6BA-247D2915E34A}" presName="parentLeftMargin" presStyleLbl="node1" presStyleIdx="1" presStyleCnt="4"/>
      <dgm:spPr/>
    </dgm:pt>
    <dgm:pt modelId="{C6963270-89AB-468A-8A4E-7763C5456D85}" type="pres">
      <dgm:prSet presAssocID="{7CCA4368-6029-4D36-B6BA-247D2915E34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6AD8D1B-0C05-400E-A552-CC0C3C0704B0}" type="pres">
      <dgm:prSet presAssocID="{7CCA4368-6029-4D36-B6BA-247D2915E34A}" presName="negativeSpace" presStyleCnt="0"/>
      <dgm:spPr/>
    </dgm:pt>
    <dgm:pt modelId="{A4D976B4-F4E7-4960-879C-448C69AFEBC2}" type="pres">
      <dgm:prSet presAssocID="{7CCA4368-6029-4D36-B6BA-247D2915E34A}" presName="childText" presStyleLbl="conFgAcc1" presStyleIdx="2" presStyleCnt="4">
        <dgm:presLayoutVars>
          <dgm:bulletEnabled val="1"/>
        </dgm:presLayoutVars>
      </dgm:prSet>
      <dgm:spPr/>
    </dgm:pt>
    <dgm:pt modelId="{71B51373-D96D-49DE-A21C-6ACBA1FE6B59}" type="pres">
      <dgm:prSet presAssocID="{C5F4E77F-D4D8-4AA9-9F11-4CA5DF9A6AC8}" presName="spaceBetweenRectangles" presStyleCnt="0"/>
      <dgm:spPr/>
    </dgm:pt>
    <dgm:pt modelId="{3DC24A21-D8F2-42A3-BDA4-F971C6B497C0}" type="pres">
      <dgm:prSet presAssocID="{15F4F599-76DF-4A8B-A5D4-98C03E3685B2}" presName="parentLin" presStyleCnt="0"/>
      <dgm:spPr/>
    </dgm:pt>
    <dgm:pt modelId="{7D043F8D-3E25-469D-BE1C-40ABE8609F0F}" type="pres">
      <dgm:prSet presAssocID="{15F4F599-76DF-4A8B-A5D4-98C03E3685B2}" presName="parentLeftMargin" presStyleLbl="node1" presStyleIdx="2" presStyleCnt="4"/>
      <dgm:spPr/>
    </dgm:pt>
    <dgm:pt modelId="{774411D1-9B58-4433-BE1E-483417DF9A3E}" type="pres">
      <dgm:prSet presAssocID="{15F4F599-76DF-4A8B-A5D4-98C03E3685B2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A3ACC02E-0E41-4B99-8286-5B003217FD04}" type="pres">
      <dgm:prSet presAssocID="{15F4F599-76DF-4A8B-A5D4-98C03E3685B2}" presName="negativeSpace" presStyleCnt="0"/>
      <dgm:spPr/>
    </dgm:pt>
    <dgm:pt modelId="{60549F34-DF55-4DE0-A245-0EA61C06D5F1}" type="pres">
      <dgm:prSet presAssocID="{15F4F599-76DF-4A8B-A5D4-98C03E3685B2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1F28EE03-1065-4818-948E-4A37512DDDFB}" srcId="{3D7D89D3-33FA-41E0-887A-AA946325AB49}" destId="{73FFE056-980A-43FA-B43D-3E24FBE251AD}" srcOrd="0" destOrd="0" parTransId="{2D07135E-D622-4147-8D41-951667A1D4C4}" sibTransId="{B4D4AE07-F61A-46D9-B831-613EEA110AD1}"/>
    <dgm:cxn modelId="{35862904-EDB8-4F85-8199-C8E1C78B685C}" srcId="{ECA80B17-4319-4127-8793-DAD296681C59}" destId="{E5CDC54C-2930-40BC-8E0A-61E732979369}" srcOrd="0" destOrd="0" parTransId="{90791DDC-248F-4FAF-92E5-AC8B2B4714AC}" sibTransId="{A9EF7C7A-6E87-4CC7-853C-8C40641DDCAD}"/>
    <dgm:cxn modelId="{62D4080A-84D4-4394-B369-58FC0116A479}" type="presOf" srcId="{ECA80B17-4319-4127-8793-DAD296681C59}" destId="{F4DBEE14-1908-4408-B7E0-5AF19118E340}" srcOrd="1" destOrd="0" presId="urn:microsoft.com/office/officeart/2005/8/layout/list1"/>
    <dgm:cxn modelId="{892C3110-4321-40AF-B9DD-CD3714FDF483}" srcId="{ECA80B17-4319-4127-8793-DAD296681C59}" destId="{C1912A8D-A737-40B0-ACB3-AA1BF7F97882}" srcOrd="1" destOrd="0" parTransId="{B0A9F0DC-AB5B-423D-BB12-0CAA303F042B}" sibTransId="{E244A2F3-29AA-4979-9FAE-2F6AB1644670}"/>
    <dgm:cxn modelId="{79933B12-16BB-4062-ABDF-A2E2AD540BD7}" srcId="{7CCA4368-6029-4D36-B6BA-247D2915E34A}" destId="{1AE59C68-1B36-43FA-A55F-04811C7EA443}" srcOrd="1" destOrd="0" parTransId="{221694F3-B298-40FE-8BA4-346BACC5D547}" sibTransId="{21CF0222-0C55-4F96-A387-1E57793B4895}"/>
    <dgm:cxn modelId="{D06E8112-948A-44A4-8B1A-3902E60E25DC}" type="presOf" srcId="{7CCA4368-6029-4D36-B6BA-247D2915E34A}" destId="{C6963270-89AB-468A-8A4E-7763C5456D85}" srcOrd="1" destOrd="0" presId="urn:microsoft.com/office/officeart/2005/8/layout/list1"/>
    <dgm:cxn modelId="{E59AB11A-40EC-43CB-B000-49AF2B50E463}" type="presOf" srcId="{E5CDC54C-2930-40BC-8E0A-61E732979369}" destId="{A8AA99EA-F2D1-4CEE-9660-B62C09E4620D}" srcOrd="0" destOrd="0" presId="urn:microsoft.com/office/officeart/2005/8/layout/list1"/>
    <dgm:cxn modelId="{D25EFD1B-A75C-4C9B-ADD8-465806C5BC5B}" srcId="{3D7D89D3-33FA-41E0-887A-AA946325AB49}" destId="{ECA80B17-4319-4127-8793-DAD296681C59}" srcOrd="1" destOrd="0" parTransId="{CFD3B849-94D4-4008-9B6C-DC0BD7E3B0CA}" sibTransId="{F8BEAF00-C5F9-478E-A314-DF00643DFFF3}"/>
    <dgm:cxn modelId="{6A3B9024-E503-4EC9-AD84-053396288BB6}" srcId="{7CCA4368-6029-4D36-B6BA-247D2915E34A}" destId="{3FC0C3BF-3236-48B2-9C36-97D4E016485A}" srcOrd="0" destOrd="0" parTransId="{A2E340AD-9428-4610-A115-344DF791EFE9}" sibTransId="{D7F92542-5DD7-4603-9C53-D5B58F4C7465}"/>
    <dgm:cxn modelId="{50E89825-D929-46BC-95E3-7C4261734C7C}" type="presOf" srcId="{3D7D89D3-33FA-41E0-887A-AA946325AB49}" destId="{AB14C2B3-5741-49BC-848F-67FA5092C007}" srcOrd="0" destOrd="0" presId="urn:microsoft.com/office/officeart/2005/8/layout/list1"/>
    <dgm:cxn modelId="{C8639E6D-5DE1-411E-9348-DE6511B6A939}" type="presOf" srcId="{15F4F599-76DF-4A8B-A5D4-98C03E3685B2}" destId="{774411D1-9B58-4433-BE1E-483417DF9A3E}" srcOrd="1" destOrd="0" presId="urn:microsoft.com/office/officeart/2005/8/layout/list1"/>
    <dgm:cxn modelId="{AC8CF97F-A7AE-4048-A8CD-CF0F19128514}" srcId="{3D7D89D3-33FA-41E0-887A-AA946325AB49}" destId="{15F4F599-76DF-4A8B-A5D4-98C03E3685B2}" srcOrd="3" destOrd="0" parTransId="{A697E254-9967-4AF1-A8DE-833F847171CA}" sibTransId="{79869789-FB46-445A-B0F5-0E0C7A74426B}"/>
    <dgm:cxn modelId="{6C71F187-6560-4EFC-BF36-7301CA5EE6F6}" type="presOf" srcId="{3FC0C3BF-3236-48B2-9C36-97D4E016485A}" destId="{A4D976B4-F4E7-4960-879C-448C69AFEBC2}" srcOrd="0" destOrd="0" presId="urn:microsoft.com/office/officeart/2005/8/layout/list1"/>
    <dgm:cxn modelId="{093F6D89-DC18-4DF4-8D2B-67014F39D0ED}" type="presOf" srcId="{1AE59C68-1B36-43FA-A55F-04811C7EA443}" destId="{A4D976B4-F4E7-4960-879C-448C69AFEBC2}" srcOrd="0" destOrd="1" presId="urn:microsoft.com/office/officeart/2005/8/layout/list1"/>
    <dgm:cxn modelId="{1C823299-1F58-41FC-AAAC-0FADC162A842}" type="presOf" srcId="{7CCA4368-6029-4D36-B6BA-247D2915E34A}" destId="{B6BC9D6F-AB48-4210-861A-97AE2A5282A5}" srcOrd="0" destOrd="0" presId="urn:microsoft.com/office/officeart/2005/8/layout/list1"/>
    <dgm:cxn modelId="{5C47619F-F6E8-4B01-8EC5-04E42981FB5C}" type="presOf" srcId="{ECA80B17-4319-4127-8793-DAD296681C59}" destId="{A150BB5F-DE7C-43E0-B019-4104F1C52D45}" srcOrd="0" destOrd="0" presId="urn:microsoft.com/office/officeart/2005/8/layout/list1"/>
    <dgm:cxn modelId="{794329B9-1F38-4E86-B1B8-B0DC26814ABF}" type="presOf" srcId="{C1912A8D-A737-40B0-ACB3-AA1BF7F97882}" destId="{A8AA99EA-F2D1-4CEE-9660-B62C09E4620D}" srcOrd="0" destOrd="1" presId="urn:microsoft.com/office/officeart/2005/8/layout/list1"/>
    <dgm:cxn modelId="{054F1BF4-66E5-4079-B09D-A7965E894E5A}" srcId="{3D7D89D3-33FA-41E0-887A-AA946325AB49}" destId="{7CCA4368-6029-4D36-B6BA-247D2915E34A}" srcOrd="2" destOrd="0" parTransId="{E0D25C5D-4A57-484C-9868-751C4512DAC1}" sibTransId="{C5F4E77F-D4D8-4AA9-9F11-4CA5DF9A6AC8}"/>
    <dgm:cxn modelId="{BC232FF5-0268-4A9B-8B37-4A3C40EEF278}" type="presOf" srcId="{73FFE056-980A-43FA-B43D-3E24FBE251AD}" destId="{E6E72A94-5E05-4CA7-8BC4-CF388696E2DF}" srcOrd="0" destOrd="0" presId="urn:microsoft.com/office/officeart/2005/8/layout/list1"/>
    <dgm:cxn modelId="{25EF01F8-EED9-43B9-A756-29C87EFB566B}" type="presOf" srcId="{73FFE056-980A-43FA-B43D-3E24FBE251AD}" destId="{09687FDB-560F-47EE-BE2C-CE217D29A324}" srcOrd="1" destOrd="0" presId="urn:microsoft.com/office/officeart/2005/8/layout/list1"/>
    <dgm:cxn modelId="{65EA2AFF-E730-448B-87CC-E5281F7E7B20}" type="presOf" srcId="{15F4F599-76DF-4A8B-A5D4-98C03E3685B2}" destId="{7D043F8D-3E25-469D-BE1C-40ABE8609F0F}" srcOrd="0" destOrd="0" presId="urn:microsoft.com/office/officeart/2005/8/layout/list1"/>
    <dgm:cxn modelId="{5B9E706F-9A30-4366-81BC-B7DDE964CA24}" type="presParOf" srcId="{AB14C2B3-5741-49BC-848F-67FA5092C007}" destId="{7A80D303-942A-4721-BC44-6EB6F6BCEEA5}" srcOrd="0" destOrd="0" presId="urn:microsoft.com/office/officeart/2005/8/layout/list1"/>
    <dgm:cxn modelId="{D314188A-C8E1-420D-ACEC-A78D042A9256}" type="presParOf" srcId="{7A80D303-942A-4721-BC44-6EB6F6BCEEA5}" destId="{E6E72A94-5E05-4CA7-8BC4-CF388696E2DF}" srcOrd="0" destOrd="0" presId="urn:microsoft.com/office/officeart/2005/8/layout/list1"/>
    <dgm:cxn modelId="{4F4412A4-BC4B-448D-A5FF-B988C6B8E929}" type="presParOf" srcId="{7A80D303-942A-4721-BC44-6EB6F6BCEEA5}" destId="{09687FDB-560F-47EE-BE2C-CE217D29A324}" srcOrd="1" destOrd="0" presId="urn:microsoft.com/office/officeart/2005/8/layout/list1"/>
    <dgm:cxn modelId="{6115AD8C-2D3B-4681-9ABA-AE1D99422DD3}" type="presParOf" srcId="{AB14C2B3-5741-49BC-848F-67FA5092C007}" destId="{BF37C604-DDAB-46C2-89A3-C3F7F11E648A}" srcOrd="1" destOrd="0" presId="urn:microsoft.com/office/officeart/2005/8/layout/list1"/>
    <dgm:cxn modelId="{66766087-E95A-4925-B3C7-9CAE62AED710}" type="presParOf" srcId="{AB14C2B3-5741-49BC-848F-67FA5092C007}" destId="{1EBE2921-2C88-4B20-B63C-A0CC27782815}" srcOrd="2" destOrd="0" presId="urn:microsoft.com/office/officeart/2005/8/layout/list1"/>
    <dgm:cxn modelId="{F1FD5E21-C287-4C31-80C8-DA8B79B1180D}" type="presParOf" srcId="{AB14C2B3-5741-49BC-848F-67FA5092C007}" destId="{26EB6D5B-12C7-4895-ABE0-72807A13BEA7}" srcOrd="3" destOrd="0" presId="urn:microsoft.com/office/officeart/2005/8/layout/list1"/>
    <dgm:cxn modelId="{DC8EE203-A029-4FA6-AF7A-320165BDB910}" type="presParOf" srcId="{AB14C2B3-5741-49BC-848F-67FA5092C007}" destId="{9149B253-F725-4B9E-BAF9-0BB34F9E1EF8}" srcOrd="4" destOrd="0" presId="urn:microsoft.com/office/officeart/2005/8/layout/list1"/>
    <dgm:cxn modelId="{3DBD3841-DB06-47AB-9867-8FD88CC40BEF}" type="presParOf" srcId="{9149B253-F725-4B9E-BAF9-0BB34F9E1EF8}" destId="{A150BB5F-DE7C-43E0-B019-4104F1C52D45}" srcOrd="0" destOrd="0" presId="urn:microsoft.com/office/officeart/2005/8/layout/list1"/>
    <dgm:cxn modelId="{6DC65147-C360-461E-9792-8B3BCE92684C}" type="presParOf" srcId="{9149B253-F725-4B9E-BAF9-0BB34F9E1EF8}" destId="{F4DBEE14-1908-4408-B7E0-5AF19118E340}" srcOrd="1" destOrd="0" presId="urn:microsoft.com/office/officeart/2005/8/layout/list1"/>
    <dgm:cxn modelId="{DFA72DB6-D176-4D26-8CBE-8671A340F211}" type="presParOf" srcId="{AB14C2B3-5741-49BC-848F-67FA5092C007}" destId="{FC00252C-08A6-4047-A88F-3ABEB4D9F44D}" srcOrd="5" destOrd="0" presId="urn:microsoft.com/office/officeart/2005/8/layout/list1"/>
    <dgm:cxn modelId="{52F90AE5-F39E-4ABE-AE00-859879FA36FF}" type="presParOf" srcId="{AB14C2B3-5741-49BC-848F-67FA5092C007}" destId="{A8AA99EA-F2D1-4CEE-9660-B62C09E4620D}" srcOrd="6" destOrd="0" presId="urn:microsoft.com/office/officeart/2005/8/layout/list1"/>
    <dgm:cxn modelId="{43CB1451-D800-440B-96DA-8FAA19A3383A}" type="presParOf" srcId="{AB14C2B3-5741-49BC-848F-67FA5092C007}" destId="{74923177-1A6C-4098-A80A-047BC1A8A088}" srcOrd="7" destOrd="0" presId="urn:microsoft.com/office/officeart/2005/8/layout/list1"/>
    <dgm:cxn modelId="{445851D8-2802-45FB-8262-055F65E7163D}" type="presParOf" srcId="{AB14C2B3-5741-49BC-848F-67FA5092C007}" destId="{171233E8-2017-4905-9B75-FFE37A3AE368}" srcOrd="8" destOrd="0" presId="urn:microsoft.com/office/officeart/2005/8/layout/list1"/>
    <dgm:cxn modelId="{FBDA5252-C285-489E-B5BE-49137820EE8C}" type="presParOf" srcId="{171233E8-2017-4905-9B75-FFE37A3AE368}" destId="{B6BC9D6F-AB48-4210-861A-97AE2A5282A5}" srcOrd="0" destOrd="0" presId="urn:microsoft.com/office/officeart/2005/8/layout/list1"/>
    <dgm:cxn modelId="{48729436-0A27-4084-B303-A6261EDAE9A5}" type="presParOf" srcId="{171233E8-2017-4905-9B75-FFE37A3AE368}" destId="{C6963270-89AB-468A-8A4E-7763C5456D85}" srcOrd="1" destOrd="0" presId="urn:microsoft.com/office/officeart/2005/8/layout/list1"/>
    <dgm:cxn modelId="{31E09DF5-5D56-4002-A163-A7F775E62B82}" type="presParOf" srcId="{AB14C2B3-5741-49BC-848F-67FA5092C007}" destId="{06AD8D1B-0C05-400E-A552-CC0C3C0704B0}" srcOrd="9" destOrd="0" presId="urn:microsoft.com/office/officeart/2005/8/layout/list1"/>
    <dgm:cxn modelId="{B5B70846-2204-4F3A-9894-26FAACAFBD33}" type="presParOf" srcId="{AB14C2B3-5741-49BC-848F-67FA5092C007}" destId="{A4D976B4-F4E7-4960-879C-448C69AFEBC2}" srcOrd="10" destOrd="0" presId="urn:microsoft.com/office/officeart/2005/8/layout/list1"/>
    <dgm:cxn modelId="{58F88165-32E9-4E79-B420-ABFE5EFE1B6A}" type="presParOf" srcId="{AB14C2B3-5741-49BC-848F-67FA5092C007}" destId="{71B51373-D96D-49DE-A21C-6ACBA1FE6B59}" srcOrd="11" destOrd="0" presId="urn:microsoft.com/office/officeart/2005/8/layout/list1"/>
    <dgm:cxn modelId="{8DED192D-FF54-4F7E-9657-1C93BA05718A}" type="presParOf" srcId="{AB14C2B3-5741-49BC-848F-67FA5092C007}" destId="{3DC24A21-D8F2-42A3-BDA4-F971C6B497C0}" srcOrd="12" destOrd="0" presId="urn:microsoft.com/office/officeart/2005/8/layout/list1"/>
    <dgm:cxn modelId="{5F991965-DE33-40E3-A82A-094606D6E010}" type="presParOf" srcId="{3DC24A21-D8F2-42A3-BDA4-F971C6B497C0}" destId="{7D043F8D-3E25-469D-BE1C-40ABE8609F0F}" srcOrd="0" destOrd="0" presId="urn:microsoft.com/office/officeart/2005/8/layout/list1"/>
    <dgm:cxn modelId="{7C9193DD-6D1C-44B9-8D7B-999884DC7315}" type="presParOf" srcId="{3DC24A21-D8F2-42A3-BDA4-F971C6B497C0}" destId="{774411D1-9B58-4433-BE1E-483417DF9A3E}" srcOrd="1" destOrd="0" presId="urn:microsoft.com/office/officeart/2005/8/layout/list1"/>
    <dgm:cxn modelId="{A5E05597-586C-4574-BD6D-3FB708326B3E}" type="presParOf" srcId="{AB14C2B3-5741-49BC-848F-67FA5092C007}" destId="{A3ACC02E-0E41-4B99-8286-5B003217FD04}" srcOrd="13" destOrd="0" presId="urn:microsoft.com/office/officeart/2005/8/layout/list1"/>
    <dgm:cxn modelId="{1290E58B-00E9-4F77-97EA-392CC8BC963F}" type="presParOf" srcId="{AB14C2B3-5741-49BC-848F-67FA5092C007}" destId="{60549F34-DF55-4DE0-A245-0EA61C06D5F1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EEB7213-AA1F-469F-AD02-791CEBB43FE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4A1AB5C-49B3-4A51-B32C-D2ECAF5F3F63}">
      <dgm:prSet/>
      <dgm:spPr/>
      <dgm:t>
        <a:bodyPr/>
        <a:lstStyle/>
        <a:p>
          <a:r>
            <a:rPr lang="en-GB"/>
            <a:t>Improved ability to find and evaluate academic sources </a:t>
          </a:r>
          <a:endParaRPr lang="en-US"/>
        </a:p>
      </dgm:t>
    </dgm:pt>
    <dgm:pt modelId="{A79B5206-9912-423E-ADD4-EC6301D1DFE8}" type="parTrans" cxnId="{CE87462F-18C3-481E-81FB-2515671F4EAC}">
      <dgm:prSet/>
      <dgm:spPr/>
      <dgm:t>
        <a:bodyPr/>
        <a:lstStyle/>
        <a:p>
          <a:endParaRPr lang="en-US"/>
        </a:p>
      </dgm:t>
    </dgm:pt>
    <dgm:pt modelId="{1C4D714F-7528-4039-8146-86801CDC7CA7}" type="sibTrans" cxnId="{CE87462F-18C3-481E-81FB-2515671F4EAC}">
      <dgm:prSet/>
      <dgm:spPr/>
      <dgm:t>
        <a:bodyPr/>
        <a:lstStyle/>
        <a:p>
          <a:endParaRPr lang="en-US"/>
        </a:p>
      </dgm:t>
    </dgm:pt>
    <dgm:pt modelId="{E6ADBC91-B862-45CC-A911-7B5B30AFBAE5}">
      <dgm:prSet/>
      <dgm:spPr/>
      <dgm:t>
        <a:bodyPr/>
        <a:lstStyle/>
        <a:p>
          <a:r>
            <a:rPr lang="en-GB"/>
            <a:t>Developed academic writing and research skills </a:t>
          </a:r>
          <a:endParaRPr lang="en-US"/>
        </a:p>
      </dgm:t>
    </dgm:pt>
    <dgm:pt modelId="{98968D85-2147-40E5-BADD-E26979A4BA09}" type="parTrans" cxnId="{E3FCCFEC-6DD4-4AB0-B6D6-4C3AAE904FAC}">
      <dgm:prSet/>
      <dgm:spPr/>
      <dgm:t>
        <a:bodyPr/>
        <a:lstStyle/>
        <a:p>
          <a:endParaRPr lang="en-US"/>
        </a:p>
      </dgm:t>
    </dgm:pt>
    <dgm:pt modelId="{5328A591-9533-4638-B3BB-711F9B484540}" type="sibTrans" cxnId="{E3FCCFEC-6DD4-4AB0-B6D6-4C3AAE904FAC}">
      <dgm:prSet/>
      <dgm:spPr/>
      <dgm:t>
        <a:bodyPr/>
        <a:lstStyle/>
        <a:p>
          <a:endParaRPr lang="en-US"/>
        </a:p>
      </dgm:t>
    </dgm:pt>
    <dgm:pt modelId="{E378FC45-A98B-400F-8AA0-671A41FF6668}">
      <dgm:prSet/>
      <dgm:spPr/>
      <dgm:t>
        <a:bodyPr/>
        <a:lstStyle/>
        <a:p>
          <a:r>
            <a:rPr lang="en-GB"/>
            <a:t>Gained confidence in analysing complex information </a:t>
          </a:r>
          <a:endParaRPr lang="en-US"/>
        </a:p>
      </dgm:t>
    </dgm:pt>
    <dgm:pt modelId="{43D21AFC-4F13-4980-865F-2F6B5D09DFBA}" type="parTrans" cxnId="{A447A02D-AC31-4DEB-A94A-67C4D8264691}">
      <dgm:prSet/>
      <dgm:spPr/>
      <dgm:t>
        <a:bodyPr/>
        <a:lstStyle/>
        <a:p>
          <a:endParaRPr lang="en-US"/>
        </a:p>
      </dgm:t>
    </dgm:pt>
    <dgm:pt modelId="{E9C9C7E9-5913-436D-8C44-2A3FDC63E002}" type="sibTrans" cxnId="{A447A02D-AC31-4DEB-A94A-67C4D8264691}">
      <dgm:prSet/>
      <dgm:spPr/>
      <dgm:t>
        <a:bodyPr/>
        <a:lstStyle/>
        <a:p>
          <a:endParaRPr lang="en-US"/>
        </a:p>
      </dgm:t>
    </dgm:pt>
    <dgm:pt modelId="{B05CB9F5-A9CC-414D-B6AC-A96EBE08C355}">
      <dgm:prSet/>
      <dgm:spPr/>
      <dgm:t>
        <a:bodyPr/>
        <a:lstStyle/>
        <a:p>
          <a:r>
            <a:rPr lang="en-GB"/>
            <a:t>Learned importance of narrowing a research topic </a:t>
          </a:r>
          <a:endParaRPr lang="en-US"/>
        </a:p>
      </dgm:t>
    </dgm:pt>
    <dgm:pt modelId="{D73EB0F1-0E0F-4F1A-ACFF-88092660B2C5}" type="parTrans" cxnId="{55C300CD-3EE9-4CB7-97B1-1591D1F56EE4}">
      <dgm:prSet/>
      <dgm:spPr/>
      <dgm:t>
        <a:bodyPr/>
        <a:lstStyle/>
        <a:p>
          <a:endParaRPr lang="en-US"/>
        </a:p>
      </dgm:t>
    </dgm:pt>
    <dgm:pt modelId="{2E0B85F4-CDBD-4766-A34E-B02B4D701432}" type="sibTrans" cxnId="{55C300CD-3EE9-4CB7-97B1-1591D1F56EE4}">
      <dgm:prSet/>
      <dgm:spPr/>
      <dgm:t>
        <a:bodyPr/>
        <a:lstStyle/>
        <a:p>
          <a:endParaRPr lang="en-US"/>
        </a:p>
      </dgm:t>
    </dgm:pt>
    <dgm:pt modelId="{DB8C268E-651C-400F-8674-A630A5FB6746}">
      <dgm:prSet/>
      <dgm:spPr/>
      <dgm:t>
        <a:bodyPr/>
        <a:lstStyle/>
        <a:p>
          <a:r>
            <a:rPr lang="en-GB"/>
            <a:t>If repeated: </a:t>
          </a:r>
          <a:endParaRPr lang="en-US"/>
        </a:p>
      </dgm:t>
    </dgm:pt>
    <dgm:pt modelId="{7BB56D85-4363-4920-A83B-BF63948F1432}" type="parTrans" cxnId="{1CB28DCE-07D9-4E93-B173-6524AF0230AD}">
      <dgm:prSet/>
      <dgm:spPr/>
      <dgm:t>
        <a:bodyPr/>
        <a:lstStyle/>
        <a:p>
          <a:endParaRPr lang="en-US"/>
        </a:p>
      </dgm:t>
    </dgm:pt>
    <dgm:pt modelId="{7817F3A3-39E5-442D-8C16-E2036342B881}" type="sibTrans" cxnId="{1CB28DCE-07D9-4E93-B173-6524AF0230AD}">
      <dgm:prSet/>
      <dgm:spPr/>
      <dgm:t>
        <a:bodyPr/>
        <a:lstStyle/>
        <a:p>
          <a:endParaRPr lang="en-US"/>
        </a:p>
      </dgm:t>
    </dgm:pt>
    <dgm:pt modelId="{EB1404AA-CDF6-4651-8470-BFCC128C8B0D}">
      <dgm:prSet/>
      <dgm:spPr/>
      <dgm:t>
        <a:bodyPr/>
        <a:lstStyle/>
        <a:p>
          <a:r>
            <a:rPr lang="en-GB"/>
            <a:t>Start with a clearer focus </a:t>
          </a:r>
          <a:endParaRPr lang="en-US"/>
        </a:p>
      </dgm:t>
    </dgm:pt>
    <dgm:pt modelId="{1CFD940E-E8D1-4A89-A8C4-E610BAD132EB}" type="parTrans" cxnId="{07CEEEA8-BA3D-4BDA-B505-6E423C6F9A84}">
      <dgm:prSet/>
      <dgm:spPr/>
      <dgm:t>
        <a:bodyPr/>
        <a:lstStyle/>
        <a:p>
          <a:endParaRPr lang="en-US"/>
        </a:p>
      </dgm:t>
    </dgm:pt>
    <dgm:pt modelId="{4DCAB258-5258-4D17-BDD6-6A04A7671D5E}" type="sibTrans" cxnId="{07CEEEA8-BA3D-4BDA-B505-6E423C6F9A84}">
      <dgm:prSet/>
      <dgm:spPr/>
      <dgm:t>
        <a:bodyPr/>
        <a:lstStyle/>
        <a:p>
          <a:endParaRPr lang="en-US"/>
        </a:p>
      </dgm:t>
    </dgm:pt>
    <dgm:pt modelId="{70F8B4B6-14E3-490C-B492-4583899FABDE}">
      <dgm:prSet/>
      <dgm:spPr/>
      <dgm:t>
        <a:bodyPr/>
        <a:lstStyle/>
        <a:p>
          <a:r>
            <a:rPr lang="en-GB"/>
            <a:t>Improve time management </a:t>
          </a:r>
          <a:endParaRPr lang="en-US"/>
        </a:p>
      </dgm:t>
    </dgm:pt>
    <dgm:pt modelId="{802FF834-1686-4325-B1A9-0BA2FBCB5E4D}" type="parTrans" cxnId="{511E413E-EADB-4A0D-A811-484BFBAE4BB6}">
      <dgm:prSet/>
      <dgm:spPr/>
      <dgm:t>
        <a:bodyPr/>
        <a:lstStyle/>
        <a:p>
          <a:endParaRPr lang="en-US"/>
        </a:p>
      </dgm:t>
    </dgm:pt>
    <dgm:pt modelId="{23C53534-3A3F-433E-8D93-7D816B70659D}" type="sibTrans" cxnId="{511E413E-EADB-4A0D-A811-484BFBAE4BB6}">
      <dgm:prSet/>
      <dgm:spPr/>
      <dgm:t>
        <a:bodyPr/>
        <a:lstStyle/>
        <a:p>
          <a:endParaRPr lang="en-US"/>
        </a:p>
      </dgm:t>
    </dgm:pt>
    <dgm:pt modelId="{EA1DB278-9DB8-4F63-A535-2481590393F0}" type="pres">
      <dgm:prSet presAssocID="{5EEB7213-AA1F-469F-AD02-791CEBB43FEF}" presName="root" presStyleCnt="0">
        <dgm:presLayoutVars>
          <dgm:dir/>
          <dgm:resizeHandles val="exact"/>
        </dgm:presLayoutVars>
      </dgm:prSet>
      <dgm:spPr/>
    </dgm:pt>
    <dgm:pt modelId="{A22EA434-0DE5-41BD-92AA-A2BEC89470F5}" type="pres">
      <dgm:prSet presAssocID="{64A1AB5C-49B3-4A51-B32C-D2ECAF5F3F63}" presName="compNode" presStyleCnt="0"/>
      <dgm:spPr/>
    </dgm:pt>
    <dgm:pt modelId="{A7519924-EE25-4AFF-A234-023054A51DD9}" type="pres">
      <dgm:prSet presAssocID="{64A1AB5C-49B3-4A51-B32C-D2ECAF5F3F63}" presName="bgRect" presStyleLbl="bgShp" presStyleIdx="0" presStyleCnt="5"/>
      <dgm:spPr/>
    </dgm:pt>
    <dgm:pt modelId="{3A98F4FB-8029-4168-B2F1-B755B88E46FE}" type="pres">
      <dgm:prSet presAssocID="{64A1AB5C-49B3-4A51-B32C-D2ECAF5F3F63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8163E3D5-86C2-4EB3-8DE9-DA6FE357FEB9}" type="pres">
      <dgm:prSet presAssocID="{64A1AB5C-49B3-4A51-B32C-D2ECAF5F3F63}" presName="spaceRect" presStyleCnt="0"/>
      <dgm:spPr/>
    </dgm:pt>
    <dgm:pt modelId="{739D5B63-09AE-4C5E-B4A0-D6E822912A3A}" type="pres">
      <dgm:prSet presAssocID="{64A1AB5C-49B3-4A51-B32C-D2ECAF5F3F63}" presName="parTx" presStyleLbl="revTx" presStyleIdx="0" presStyleCnt="6">
        <dgm:presLayoutVars>
          <dgm:chMax val="0"/>
          <dgm:chPref val="0"/>
        </dgm:presLayoutVars>
      </dgm:prSet>
      <dgm:spPr/>
    </dgm:pt>
    <dgm:pt modelId="{0197F203-318E-4960-B422-5E264FEA01D7}" type="pres">
      <dgm:prSet presAssocID="{1C4D714F-7528-4039-8146-86801CDC7CA7}" presName="sibTrans" presStyleCnt="0"/>
      <dgm:spPr/>
    </dgm:pt>
    <dgm:pt modelId="{BC5153BC-FD9B-4830-AB0E-281404B3498F}" type="pres">
      <dgm:prSet presAssocID="{E6ADBC91-B862-45CC-A911-7B5B30AFBAE5}" presName="compNode" presStyleCnt="0"/>
      <dgm:spPr/>
    </dgm:pt>
    <dgm:pt modelId="{2EEFB584-92E6-4105-B9C2-913381906D90}" type="pres">
      <dgm:prSet presAssocID="{E6ADBC91-B862-45CC-A911-7B5B30AFBAE5}" presName="bgRect" presStyleLbl="bgShp" presStyleIdx="1" presStyleCnt="5"/>
      <dgm:spPr/>
    </dgm:pt>
    <dgm:pt modelId="{45A5CAF6-5787-45BD-A775-553B22A95544}" type="pres">
      <dgm:prSet presAssocID="{E6ADBC91-B862-45CC-A911-7B5B30AFBAE5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630F27CA-6F76-4C21-BA7D-C9A1A95EC770}" type="pres">
      <dgm:prSet presAssocID="{E6ADBC91-B862-45CC-A911-7B5B30AFBAE5}" presName="spaceRect" presStyleCnt="0"/>
      <dgm:spPr/>
    </dgm:pt>
    <dgm:pt modelId="{F7E61B9A-ED32-4C0B-A0E0-5AD6AE3C200D}" type="pres">
      <dgm:prSet presAssocID="{E6ADBC91-B862-45CC-A911-7B5B30AFBAE5}" presName="parTx" presStyleLbl="revTx" presStyleIdx="1" presStyleCnt="6">
        <dgm:presLayoutVars>
          <dgm:chMax val="0"/>
          <dgm:chPref val="0"/>
        </dgm:presLayoutVars>
      </dgm:prSet>
      <dgm:spPr/>
    </dgm:pt>
    <dgm:pt modelId="{C872A4E0-3579-4F91-BAAC-38B860E4DA53}" type="pres">
      <dgm:prSet presAssocID="{5328A591-9533-4638-B3BB-711F9B484540}" presName="sibTrans" presStyleCnt="0"/>
      <dgm:spPr/>
    </dgm:pt>
    <dgm:pt modelId="{3964153B-C536-4C1B-8125-2B28C3D07B78}" type="pres">
      <dgm:prSet presAssocID="{E378FC45-A98B-400F-8AA0-671A41FF6668}" presName="compNode" presStyleCnt="0"/>
      <dgm:spPr/>
    </dgm:pt>
    <dgm:pt modelId="{04F0607D-3B4F-48A2-9638-597D5E6E8E4C}" type="pres">
      <dgm:prSet presAssocID="{E378FC45-A98B-400F-8AA0-671A41FF6668}" presName="bgRect" presStyleLbl="bgShp" presStyleIdx="2" presStyleCnt="5"/>
      <dgm:spPr/>
    </dgm:pt>
    <dgm:pt modelId="{F3A9A997-A9AB-437B-9168-06137CA102CC}" type="pres">
      <dgm:prSet presAssocID="{E378FC45-A98B-400F-8AA0-671A41FF6668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81597A8-5097-4479-9246-EEE3AE6F83AC}" type="pres">
      <dgm:prSet presAssocID="{E378FC45-A98B-400F-8AA0-671A41FF6668}" presName="spaceRect" presStyleCnt="0"/>
      <dgm:spPr/>
    </dgm:pt>
    <dgm:pt modelId="{5E040EA9-9E84-4CB0-80A9-D1C33A4B277C}" type="pres">
      <dgm:prSet presAssocID="{E378FC45-A98B-400F-8AA0-671A41FF6668}" presName="parTx" presStyleLbl="revTx" presStyleIdx="2" presStyleCnt="6">
        <dgm:presLayoutVars>
          <dgm:chMax val="0"/>
          <dgm:chPref val="0"/>
        </dgm:presLayoutVars>
      </dgm:prSet>
      <dgm:spPr/>
    </dgm:pt>
    <dgm:pt modelId="{6EBC516D-3A86-44AE-B09B-4D67DA9B4D36}" type="pres">
      <dgm:prSet presAssocID="{E9C9C7E9-5913-436D-8C44-2A3FDC63E002}" presName="sibTrans" presStyleCnt="0"/>
      <dgm:spPr/>
    </dgm:pt>
    <dgm:pt modelId="{6F23DBEF-F3E7-4136-A0B0-00B1865DD4A9}" type="pres">
      <dgm:prSet presAssocID="{B05CB9F5-A9CC-414D-B6AC-A96EBE08C355}" presName="compNode" presStyleCnt="0"/>
      <dgm:spPr/>
    </dgm:pt>
    <dgm:pt modelId="{B59308FD-1E02-4332-9CDB-C5CFC507515F}" type="pres">
      <dgm:prSet presAssocID="{B05CB9F5-A9CC-414D-B6AC-A96EBE08C355}" presName="bgRect" presStyleLbl="bgShp" presStyleIdx="3" presStyleCnt="5"/>
      <dgm:spPr/>
    </dgm:pt>
    <dgm:pt modelId="{5DA4E5D6-7961-408D-A40E-1C153B15226D}" type="pres">
      <dgm:prSet presAssocID="{B05CB9F5-A9CC-414D-B6AC-A96EBE08C355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E91AABAB-9ABA-43D4-970E-6D82D2268DF3}" type="pres">
      <dgm:prSet presAssocID="{B05CB9F5-A9CC-414D-B6AC-A96EBE08C355}" presName="spaceRect" presStyleCnt="0"/>
      <dgm:spPr/>
    </dgm:pt>
    <dgm:pt modelId="{E550100A-3C55-4D25-A795-9C0AC8579EAD}" type="pres">
      <dgm:prSet presAssocID="{B05CB9F5-A9CC-414D-B6AC-A96EBE08C355}" presName="parTx" presStyleLbl="revTx" presStyleIdx="3" presStyleCnt="6">
        <dgm:presLayoutVars>
          <dgm:chMax val="0"/>
          <dgm:chPref val="0"/>
        </dgm:presLayoutVars>
      </dgm:prSet>
      <dgm:spPr/>
    </dgm:pt>
    <dgm:pt modelId="{D88A048F-EF28-43DF-BFC2-1082307F45DC}" type="pres">
      <dgm:prSet presAssocID="{2E0B85F4-CDBD-4766-A34E-B02B4D701432}" presName="sibTrans" presStyleCnt="0"/>
      <dgm:spPr/>
    </dgm:pt>
    <dgm:pt modelId="{5317866E-6AF2-489C-87A7-8439A2ED86C3}" type="pres">
      <dgm:prSet presAssocID="{DB8C268E-651C-400F-8674-A630A5FB6746}" presName="compNode" presStyleCnt="0"/>
      <dgm:spPr/>
    </dgm:pt>
    <dgm:pt modelId="{4EE6462D-8040-489E-BD75-E4A2902EC526}" type="pres">
      <dgm:prSet presAssocID="{DB8C268E-651C-400F-8674-A630A5FB6746}" presName="bgRect" presStyleLbl="bgShp" presStyleIdx="4" presStyleCnt="5"/>
      <dgm:spPr/>
    </dgm:pt>
    <dgm:pt modelId="{5933DF39-03E8-4520-A653-9AA3CDA99589}" type="pres">
      <dgm:prSet presAssocID="{DB8C268E-651C-400F-8674-A630A5FB6746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 Finished"/>
        </a:ext>
      </dgm:extLst>
    </dgm:pt>
    <dgm:pt modelId="{3E3D8353-15F0-4EA9-8F4E-E6DD38A562CA}" type="pres">
      <dgm:prSet presAssocID="{DB8C268E-651C-400F-8674-A630A5FB6746}" presName="spaceRect" presStyleCnt="0"/>
      <dgm:spPr/>
    </dgm:pt>
    <dgm:pt modelId="{C9D35037-F871-4FC6-8F92-920C7722AEF4}" type="pres">
      <dgm:prSet presAssocID="{DB8C268E-651C-400F-8674-A630A5FB6746}" presName="parTx" presStyleLbl="revTx" presStyleIdx="4" presStyleCnt="6">
        <dgm:presLayoutVars>
          <dgm:chMax val="0"/>
          <dgm:chPref val="0"/>
        </dgm:presLayoutVars>
      </dgm:prSet>
      <dgm:spPr/>
    </dgm:pt>
    <dgm:pt modelId="{14154840-3F8B-42B0-80AC-BB9D6367F13E}" type="pres">
      <dgm:prSet presAssocID="{DB8C268E-651C-400F-8674-A630A5FB6746}" presName="desTx" presStyleLbl="revTx" presStyleIdx="5" presStyleCnt="6">
        <dgm:presLayoutVars/>
      </dgm:prSet>
      <dgm:spPr/>
    </dgm:pt>
  </dgm:ptLst>
  <dgm:cxnLst>
    <dgm:cxn modelId="{53FFEB25-C601-43AC-B6F8-E4FFFD9AE1BA}" type="presOf" srcId="{E378FC45-A98B-400F-8AA0-671A41FF6668}" destId="{5E040EA9-9E84-4CB0-80A9-D1C33A4B277C}" srcOrd="0" destOrd="0" presId="urn:microsoft.com/office/officeart/2018/2/layout/IconVerticalSolidList"/>
    <dgm:cxn modelId="{A447A02D-AC31-4DEB-A94A-67C4D8264691}" srcId="{5EEB7213-AA1F-469F-AD02-791CEBB43FEF}" destId="{E378FC45-A98B-400F-8AA0-671A41FF6668}" srcOrd="2" destOrd="0" parTransId="{43D21AFC-4F13-4980-865F-2F6B5D09DFBA}" sibTransId="{E9C9C7E9-5913-436D-8C44-2A3FDC63E002}"/>
    <dgm:cxn modelId="{CE87462F-18C3-481E-81FB-2515671F4EAC}" srcId="{5EEB7213-AA1F-469F-AD02-791CEBB43FEF}" destId="{64A1AB5C-49B3-4A51-B32C-D2ECAF5F3F63}" srcOrd="0" destOrd="0" parTransId="{A79B5206-9912-423E-ADD4-EC6301D1DFE8}" sibTransId="{1C4D714F-7528-4039-8146-86801CDC7CA7}"/>
    <dgm:cxn modelId="{511E413E-EADB-4A0D-A811-484BFBAE4BB6}" srcId="{DB8C268E-651C-400F-8674-A630A5FB6746}" destId="{70F8B4B6-14E3-490C-B492-4583899FABDE}" srcOrd="1" destOrd="0" parTransId="{802FF834-1686-4325-B1A9-0BA2FBCB5E4D}" sibTransId="{23C53534-3A3F-433E-8D93-7D816B70659D}"/>
    <dgm:cxn modelId="{02A88861-40E3-4105-9058-BD3F0215F800}" type="presOf" srcId="{64A1AB5C-49B3-4A51-B32C-D2ECAF5F3F63}" destId="{739D5B63-09AE-4C5E-B4A0-D6E822912A3A}" srcOrd="0" destOrd="0" presId="urn:microsoft.com/office/officeart/2018/2/layout/IconVerticalSolidList"/>
    <dgm:cxn modelId="{15952149-41AA-4718-A705-DAA5500FD9BB}" type="presOf" srcId="{5EEB7213-AA1F-469F-AD02-791CEBB43FEF}" destId="{EA1DB278-9DB8-4F63-A535-2481590393F0}" srcOrd="0" destOrd="0" presId="urn:microsoft.com/office/officeart/2018/2/layout/IconVerticalSolidList"/>
    <dgm:cxn modelId="{07CEEEA8-BA3D-4BDA-B505-6E423C6F9A84}" srcId="{DB8C268E-651C-400F-8674-A630A5FB6746}" destId="{EB1404AA-CDF6-4651-8470-BFCC128C8B0D}" srcOrd="0" destOrd="0" parTransId="{1CFD940E-E8D1-4A89-A8C4-E610BAD132EB}" sibTransId="{4DCAB258-5258-4D17-BDD6-6A04A7671D5E}"/>
    <dgm:cxn modelId="{55C300CD-3EE9-4CB7-97B1-1591D1F56EE4}" srcId="{5EEB7213-AA1F-469F-AD02-791CEBB43FEF}" destId="{B05CB9F5-A9CC-414D-B6AC-A96EBE08C355}" srcOrd="3" destOrd="0" parTransId="{D73EB0F1-0E0F-4F1A-ACFF-88092660B2C5}" sibTransId="{2E0B85F4-CDBD-4766-A34E-B02B4D701432}"/>
    <dgm:cxn modelId="{1CB28DCE-07D9-4E93-B173-6524AF0230AD}" srcId="{5EEB7213-AA1F-469F-AD02-791CEBB43FEF}" destId="{DB8C268E-651C-400F-8674-A630A5FB6746}" srcOrd="4" destOrd="0" parTransId="{7BB56D85-4363-4920-A83B-BF63948F1432}" sibTransId="{7817F3A3-39E5-442D-8C16-E2036342B881}"/>
    <dgm:cxn modelId="{71910DD1-5E8F-49A6-B8A6-5F2AC111B104}" type="presOf" srcId="{E6ADBC91-B862-45CC-A911-7B5B30AFBAE5}" destId="{F7E61B9A-ED32-4C0B-A0E0-5AD6AE3C200D}" srcOrd="0" destOrd="0" presId="urn:microsoft.com/office/officeart/2018/2/layout/IconVerticalSolidList"/>
    <dgm:cxn modelId="{28A365E0-C383-4E16-BCAF-2DDA256D7E21}" type="presOf" srcId="{B05CB9F5-A9CC-414D-B6AC-A96EBE08C355}" destId="{E550100A-3C55-4D25-A795-9C0AC8579EAD}" srcOrd="0" destOrd="0" presId="urn:microsoft.com/office/officeart/2018/2/layout/IconVerticalSolidList"/>
    <dgm:cxn modelId="{E3FCCFEC-6DD4-4AB0-B6D6-4C3AAE904FAC}" srcId="{5EEB7213-AA1F-469F-AD02-791CEBB43FEF}" destId="{E6ADBC91-B862-45CC-A911-7B5B30AFBAE5}" srcOrd="1" destOrd="0" parTransId="{98968D85-2147-40E5-BADD-E26979A4BA09}" sibTransId="{5328A591-9533-4638-B3BB-711F9B484540}"/>
    <dgm:cxn modelId="{026A53F1-6703-415A-B004-1CE3885650CF}" type="presOf" srcId="{DB8C268E-651C-400F-8674-A630A5FB6746}" destId="{C9D35037-F871-4FC6-8F92-920C7722AEF4}" srcOrd="0" destOrd="0" presId="urn:microsoft.com/office/officeart/2018/2/layout/IconVerticalSolidList"/>
    <dgm:cxn modelId="{6AE3B5F8-3C67-42CB-9167-A351F5A86684}" type="presOf" srcId="{70F8B4B6-14E3-490C-B492-4583899FABDE}" destId="{14154840-3F8B-42B0-80AC-BB9D6367F13E}" srcOrd="0" destOrd="1" presId="urn:microsoft.com/office/officeart/2018/2/layout/IconVerticalSolidList"/>
    <dgm:cxn modelId="{69936EFB-BC85-4AAF-B6B0-B3A69AAE8DCE}" type="presOf" srcId="{EB1404AA-CDF6-4651-8470-BFCC128C8B0D}" destId="{14154840-3F8B-42B0-80AC-BB9D6367F13E}" srcOrd="0" destOrd="0" presId="urn:microsoft.com/office/officeart/2018/2/layout/IconVerticalSolidList"/>
    <dgm:cxn modelId="{32C3D64E-DC23-475E-8ADC-264871D0F095}" type="presParOf" srcId="{EA1DB278-9DB8-4F63-A535-2481590393F0}" destId="{A22EA434-0DE5-41BD-92AA-A2BEC89470F5}" srcOrd="0" destOrd="0" presId="urn:microsoft.com/office/officeart/2018/2/layout/IconVerticalSolidList"/>
    <dgm:cxn modelId="{6EF9CA1A-56B6-4213-A7EA-931E13543593}" type="presParOf" srcId="{A22EA434-0DE5-41BD-92AA-A2BEC89470F5}" destId="{A7519924-EE25-4AFF-A234-023054A51DD9}" srcOrd="0" destOrd="0" presId="urn:microsoft.com/office/officeart/2018/2/layout/IconVerticalSolidList"/>
    <dgm:cxn modelId="{F2FD9394-554A-481F-8696-5C7735E9E5DA}" type="presParOf" srcId="{A22EA434-0DE5-41BD-92AA-A2BEC89470F5}" destId="{3A98F4FB-8029-4168-B2F1-B755B88E46FE}" srcOrd="1" destOrd="0" presId="urn:microsoft.com/office/officeart/2018/2/layout/IconVerticalSolidList"/>
    <dgm:cxn modelId="{8019E3E4-E99B-44C0-AD22-0B74503DFB39}" type="presParOf" srcId="{A22EA434-0DE5-41BD-92AA-A2BEC89470F5}" destId="{8163E3D5-86C2-4EB3-8DE9-DA6FE357FEB9}" srcOrd="2" destOrd="0" presId="urn:microsoft.com/office/officeart/2018/2/layout/IconVerticalSolidList"/>
    <dgm:cxn modelId="{04B7AA77-275D-4CEC-BA2C-AC4C1871CBEF}" type="presParOf" srcId="{A22EA434-0DE5-41BD-92AA-A2BEC89470F5}" destId="{739D5B63-09AE-4C5E-B4A0-D6E822912A3A}" srcOrd="3" destOrd="0" presId="urn:microsoft.com/office/officeart/2018/2/layout/IconVerticalSolidList"/>
    <dgm:cxn modelId="{6FC30E00-7FCB-4D72-AF69-3D57DE35B623}" type="presParOf" srcId="{EA1DB278-9DB8-4F63-A535-2481590393F0}" destId="{0197F203-318E-4960-B422-5E264FEA01D7}" srcOrd="1" destOrd="0" presId="urn:microsoft.com/office/officeart/2018/2/layout/IconVerticalSolidList"/>
    <dgm:cxn modelId="{3CECFF67-66F9-494C-BB5A-9CFD30D46CB0}" type="presParOf" srcId="{EA1DB278-9DB8-4F63-A535-2481590393F0}" destId="{BC5153BC-FD9B-4830-AB0E-281404B3498F}" srcOrd="2" destOrd="0" presId="urn:microsoft.com/office/officeart/2018/2/layout/IconVerticalSolidList"/>
    <dgm:cxn modelId="{D18CBEE7-EDA7-4FB3-9C01-4FB0013423B5}" type="presParOf" srcId="{BC5153BC-FD9B-4830-AB0E-281404B3498F}" destId="{2EEFB584-92E6-4105-B9C2-913381906D90}" srcOrd="0" destOrd="0" presId="urn:microsoft.com/office/officeart/2018/2/layout/IconVerticalSolidList"/>
    <dgm:cxn modelId="{BCB61C29-23C8-469D-BC1E-1D5170D47F99}" type="presParOf" srcId="{BC5153BC-FD9B-4830-AB0E-281404B3498F}" destId="{45A5CAF6-5787-45BD-A775-553B22A95544}" srcOrd="1" destOrd="0" presId="urn:microsoft.com/office/officeart/2018/2/layout/IconVerticalSolidList"/>
    <dgm:cxn modelId="{9122336C-13C6-446F-AF61-BBA5FABB46D3}" type="presParOf" srcId="{BC5153BC-FD9B-4830-AB0E-281404B3498F}" destId="{630F27CA-6F76-4C21-BA7D-C9A1A95EC770}" srcOrd="2" destOrd="0" presId="urn:microsoft.com/office/officeart/2018/2/layout/IconVerticalSolidList"/>
    <dgm:cxn modelId="{184B75D8-176A-42E9-A0A9-7284076BFFBB}" type="presParOf" srcId="{BC5153BC-FD9B-4830-AB0E-281404B3498F}" destId="{F7E61B9A-ED32-4C0B-A0E0-5AD6AE3C200D}" srcOrd="3" destOrd="0" presId="urn:microsoft.com/office/officeart/2018/2/layout/IconVerticalSolidList"/>
    <dgm:cxn modelId="{00539F54-799B-4A2D-BECF-87AF707978E6}" type="presParOf" srcId="{EA1DB278-9DB8-4F63-A535-2481590393F0}" destId="{C872A4E0-3579-4F91-BAAC-38B860E4DA53}" srcOrd="3" destOrd="0" presId="urn:microsoft.com/office/officeart/2018/2/layout/IconVerticalSolidList"/>
    <dgm:cxn modelId="{F1205B31-BF70-4641-8A8A-576D9A5D4DEB}" type="presParOf" srcId="{EA1DB278-9DB8-4F63-A535-2481590393F0}" destId="{3964153B-C536-4C1B-8125-2B28C3D07B78}" srcOrd="4" destOrd="0" presId="urn:microsoft.com/office/officeart/2018/2/layout/IconVerticalSolidList"/>
    <dgm:cxn modelId="{D0B71B59-E41D-428B-B2CF-9A1831075E4F}" type="presParOf" srcId="{3964153B-C536-4C1B-8125-2B28C3D07B78}" destId="{04F0607D-3B4F-48A2-9638-597D5E6E8E4C}" srcOrd="0" destOrd="0" presId="urn:microsoft.com/office/officeart/2018/2/layout/IconVerticalSolidList"/>
    <dgm:cxn modelId="{E58E7A76-C466-4EFB-9B7A-BE949118E66C}" type="presParOf" srcId="{3964153B-C536-4C1B-8125-2B28C3D07B78}" destId="{F3A9A997-A9AB-437B-9168-06137CA102CC}" srcOrd="1" destOrd="0" presId="urn:microsoft.com/office/officeart/2018/2/layout/IconVerticalSolidList"/>
    <dgm:cxn modelId="{B4EB7AAC-AF01-4621-8588-DC7D338BE13C}" type="presParOf" srcId="{3964153B-C536-4C1B-8125-2B28C3D07B78}" destId="{081597A8-5097-4479-9246-EEE3AE6F83AC}" srcOrd="2" destOrd="0" presId="urn:microsoft.com/office/officeart/2018/2/layout/IconVerticalSolidList"/>
    <dgm:cxn modelId="{A3B84C47-E23E-4A89-9353-2B4CD15ABEE2}" type="presParOf" srcId="{3964153B-C536-4C1B-8125-2B28C3D07B78}" destId="{5E040EA9-9E84-4CB0-80A9-D1C33A4B277C}" srcOrd="3" destOrd="0" presId="urn:microsoft.com/office/officeart/2018/2/layout/IconVerticalSolidList"/>
    <dgm:cxn modelId="{A13484D5-0489-4A2F-A774-607AF50A9FCE}" type="presParOf" srcId="{EA1DB278-9DB8-4F63-A535-2481590393F0}" destId="{6EBC516D-3A86-44AE-B09B-4D67DA9B4D36}" srcOrd="5" destOrd="0" presId="urn:microsoft.com/office/officeart/2018/2/layout/IconVerticalSolidList"/>
    <dgm:cxn modelId="{679643F7-A9EA-4209-A1E5-734CC2DEA1D5}" type="presParOf" srcId="{EA1DB278-9DB8-4F63-A535-2481590393F0}" destId="{6F23DBEF-F3E7-4136-A0B0-00B1865DD4A9}" srcOrd="6" destOrd="0" presId="urn:microsoft.com/office/officeart/2018/2/layout/IconVerticalSolidList"/>
    <dgm:cxn modelId="{6A4A59A3-C46E-4845-A4AA-ADD04686416C}" type="presParOf" srcId="{6F23DBEF-F3E7-4136-A0B0-00B1865DD4A9}" destId="{B59308FD-1E02-4332-9CDB-C5CFC507515F}" srcOrd="0" destOrd="0" presId="urn:microsoft.com/office/officeart/2018/2/layout/IconVerticalSolidList"/>
    <dgm:cxn modelId="{4A5230D8-6526-436C-8855-EBD36628D005}" type="presParOf" srcId="{6F23DBEF-F3E7-4136-A0B0-00B1865DD4A9}" destId="{5DA4E5D6-7961-408D-A40E-1C153B15226D}" srcOrd="1" destOrd="0" presId="urn:microsoft.com/office/officeart/2018/2/layout/IconVerticalSolidList"/>
    <dgm:cxn modelId="{D9EA1233-2838-4292-9644-3D15CD5007A5}" type="presParOf" srcId="{6F23DBEF-F3E7-4136-A0B0-00B1865DD4A9}" destId="{E91AABAB-9ABA-43D4-970E-6D82D2268DF3}" srcOrd="2" destOrd="0" presId="urn:microsoft.com/office/officeart/2018/2/layout/IconVerticalSolidList"/>
    <dgm:cxn modelId="{E9E9F60D-F1F7-4EC0-B58A-32F965D884E8}" type="presParOf" srcId="{6F23DBEF-F3E7-4136-A0B0-00B1865DD4A9}" destId="{E550100A-3C55-4D25-A795-9C0AC8579EAD}" srcOrd="3" destOrd="0" presId="urn:microsoft.com/office/officeart/2018/2/layout/IconVerticalSolidList"/>
    <dgm:cxn modelId="{4A80EF9E-6080-4073-A5BC-68E49810E920}" type="presParOf" srcId="{EA1DB278-9DB8-4F63-A535-2481590393F0}" destId="{D88A048F-EF28-43DF-BFC2-1082307F45DC}" srcOrd="7" destOrd="0" presId="urn:microsoft.com/office/officeart/2018/2/layout/IconVerticalSolidList"/>
    <dgm:cxn modelId="{BADF112C-DF37-4C6F-BE9B-DAEEE418B511}" type="presParOf" srcId="{EA1DB278-9DB8-4F63-A535-2481590393F0}" destId="{5317866E-6AF2-489C-87A7-8439A2ED86C3}" srcOrd="8" destOrd="0" presId="urn:microsoft.com/office/officeart/2018/2/layout/IconVerticalSolidList"/>
    <dgm:cxn modelId="{B7F3FDA5-954B-41A0-A67D-42D69ACF4757}" type="presParOf" srcId="{5317866E-6AF2-489C-87A7-8439A2ED86C3}" destId="{4EE6462D-8040-489E-BD75-E4A2902EC526}" srcOrd="0" destOrd="0" presId="urn:microsoft.com/office/officeart/2018/2/layout/IconVerticalSolidList"/>
    <dgm:cxn modelId="{8F905ED0-B5E5-46F1-823B-39CC7D7BE3F1}" type="presParOf" srcId="{5317866E-6AF2-489C-87A7-8439A2ED86C3}" destId="{5933DF39-03E8-4520-A653-9AA3CDA99589}" srcOrd="1" destOrd="0" presId="urn:microsoft.com/office/officeart/2018/2/layout/IconVerticalSolidList"/>
    <dgm:cxn modelId="{9A00B9EE-1157-42D6-8BAE-B253BB0245CF}" type="presParOf" srcId="{5317866E-6AF2-489C-87A7-8439A2ED86C3}" destId="{3E3D8353-15F0-4EA9-8F4E-E6DD38A562CA}" srcOrd="2" destOrd="0" presId="urn:microsoft.com/office/officeart/2018/2/layout/IconVerticalSolidList"/>
    <dgm:cxn modelId="{B5B3CF3D-BA4F-4FFF-83CE-BF95365906C2}" type="presParOf" srcId="{5317866E-6AF2-489C-87A7-8439A2ED86C3}" destId="{C9D35037-F871-4FC6-8F92-920C7722AEF4}" srcOrd="3" destOrd="0" presId="urn:microsoft.com/office/officeart/2018/2/layout/IconVerticalSolidList"/>
    <dgm:cxn modelId="{A9E0B09A-42DA-4818-841A-AC1F001E0AFA}" type="presParOf" srcId="{5317866E-6AF2-489C-87A7-8439A2ED86C3}" destId="{14154840-3F8B-42B0-80AC-BB9D6367F13E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E5133ED8-1278-4F7B-A1AD-99D1C11ACA0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B27DA5F-C4A6-45B7-AE9C-114339C24E5F}">
      <dgm:prSet/>
      <dgm:spPr/>
      <dgm:t>
        <a:bodyPr/>
        <a:lstStyle/>
        <a:p>
          <a:r>
            <a:rPr lang="en-GB"/>
            <a:t>Prolonged VR use negatively affects: </a:t>
          </a:r>
          <a:endParaRPr lang="en-US"/>
        </a:p>
      </dgm:t>
    </dgm:pt>
    <dgm:pt modelId="{01A3DC5C-21C3-4B2C-81A4-0A0978726CEB}" type="parTrans" cxnId="{BF6B90CF-C094-4461-87DB-C97B627F9C1D}">
      <dgm:prSet/>
      <dgm:spPr/>
      <dgm:t>
        <a:bodyPr/>
        <a:lstStyle/>
        <a:p>
          <a:endParaRPr lang="en-US"/>
        </a:p>
      </dgm:t>
    </dgm:pt>
    <dgm:pt modelId="{8C14DA61-C775-4320-9B1D-8129703C210C}" type="sibTrans" cxnId="{BF6B90CF-C094-4461-87DB-C97B627F9C1D}">
      <dgm:prSet/>
      <dgm:spPr/>
      <dgm:t>
        <a:bodyPr/>
        <a:lstStyle/>
        <a:p>
          <a:endParaRPr lang="en-US"/>
        </a:p>
      </dgm:t>
    </dgm:pt>
    <dgm:pt modelId="{10514145-554C-4A3E-8A55-EF2965A23B88}">
      <dgm:prSet/>
      <dgm:spPr/>
      <dgm:t>
        <a:bodyPr/>
        <a:lstStyle/>
        <a:p>
          <a:r>
            <a:rPr lang="en-GB"/>
            <a:t>Postural stability </a:t>
          </a:r>
          <a:endParaRPr lang="en-US"/>
        </a:p>
      </dgm:t>
    </dgm:pt>
    <dgm:pt modelId="{FC218584-0582-4B84-BBDB-75E6006986C7}" type="parTrans" cxnId="{DFC0D523-391C-488F-8A57-667A8B438E1B}">
      <dgm:prSet/>
      <dgm:spPr/>
      <dgm:t>
        <a:bodyPr/>
        <a:lstStyle/>
        <a:p>
          <a:endParaRPr lang="en-US"/>
        </a:p>
      </dgm:t>
    </dgm:pt>
    <dgm:pt modelId="{F294084E-634F-48C0-B83F-5DC7C14D4BF4}" type="sibTrans" cxnId="{DFC0D523-391C-488F-8A57-667A8B438E1B}">
      <dgm:prSet/>
      <dgm:spPr/>
      <dgm:t>
        <a:bodyPr/>
        <a:lstStyle/>
        <a:p>
          <a:endParaRPr lang="en-US"/>
        </a:p>
      </dgm:t>
    </dgm:pt>
    <dgm:pt modelId="{1A59D71F-6E6C-47CE-B62F-958984834EA1}">
      <dgm:prSet/>
      <dgm:spPr/>
      <dgm:t>
        <a:bodyPr/>
        <a:lstStyle/>
        <a:p>
          <a:r>
            <a:rPr lang="en-GB"/>
            <a:t>Spatial awareness </a:t>
          </a:r>
          <a:endParaRPr lang="en-US"/>
        </a:p>
      </dgm:t>
    </dgm:pt>
    <dgm:pt modelId="{75241AE0-BFFD-41CB-BEE6-74672504E59B}" type="parTrans" cxnId="{CD5DD9B8-89B5-493A-9CFA-1FFF220FEE03}">
      <dgm:prSet/>
      <dgm:spPr/>
      <dgm:t>
        <a:bodyPr/>
        <a:lstStyle/>
        <a:p>
          <a:endParaRPr lang="en-US"/>
        </a:p>
      </dgm:t>
    </dgm:pt>
    <dgm:pt modelId="{50ADBFD2-049E-4524-AC5A-0D5CD0E31901}" type="sibTrans" cxnId="{CD5DD9B8-89B5-493A-9CFA-1FFF220FEE03}">
      <dgm:prSet/>
      <dgm:spPr/>
      <dgm:t>
        <a:bodyPr/>
        <a:lstStyle/>
        <a:p>
          <a:endParaRPr lang="en-US"/>
        </a:p>
      </dgm:t>
    </dgm:pt>
    <dgm:pt modelId="{46D59F09-81BC-45A0-9A52-8841E00C51FF}">
      <dgm:prSet/>
      <dgm:spPr/>
      <dgm:t>
        <a:bodyPr/>
        <a:lstStyle/>
        <a:p>
          <a:r>
            <a:rPr lang="en-GB"/>
            <a:t>Evidence shows both physical and perceptual impacts </a:t>
          </a:r>
          <a:endParaRPr lang="en-US"/>
        </a:p>
      </dgm:t>
    </dgm:pt>
    <dgm:pt modelId="{B18970F2-1158-466D-9E97-2585A9CECED0}" type="parTrans" cxnId="{D307C061-78B7-45A8-AA7F-C87A63A3909D}">
      <dgm:prSet/>
      <dgm:spPr/>
      <dgm:t>
        <a:bodyPr/>
        <a:lstStyle/>
        <a:p>
          <a:endParaRPr lang="en-US"/>
        </a:p>
      </dgm:t>
    </dgm:pt>
    <dgm:pt modelId="{6916144A-711A-4D1B-9D07-6B553CF6EAB4}" type="sibTrans" cxnId="{D307C061-78B7-45A8-AA7F-C87A63A3909D}">
      <dgm:prSet/>
      <dgm:spPr/>
      <dgm:t>
        <a:bodyPr/>
        <a:lstStyle/>
        <a:p>
          <a:endParaRPr lang="en-US"/>
        </a:p>
      </dgm:t>
    </dgm:pt>
    <dgm:pt modelId="{4DE680B4-860C-49B8-B752-30B5BAFC501A}">
      <dgm:prSet/>
      <dgm:spPr/>
      <dgm:t>
        <a:bodyPr/>
        <a:lstStyle/>
        <a:p>
          <a:r>
            <a:rPr lang="en-GB"/>
            <a:t>Effects may decrease with user experience </a:t>
          </a:r>
          <a:endParaRPr lang="en-US"/>
        </a:p>
      </dgm:t>
    </dgm:pt>
    <dgm:pt modelId="{6A8F9DFB-A185-4E87-9DCB-A354DD306821}" type="parTrans" cxnId="{F6A8D9ED-D929-4283-A2A3-7CD6CC6D8EE6}">
      <dgm:prSet/>
      <dgm:spPr/>
      <dgm:t>
        <a:bodyPr/>
        <a:lstStyle/>
        <a:p>
          <a:endParaRPr lang="en-US"/>
        </a:p>
      </dgm:t>
    </dgm:pt>
    <dgm:pt modelId="{4095C754-1E95-45B0-8101-7AE2E6E5B891}" type="sibTrans" cxnId="{F6A8D9ED-D929-4283-A2A3-7CD6CC6D8EE6}">
      <dgm:prSet/>
      <dgm:spPr/>
      <dgm:t>
        <a:bodyPr/>
        <a:lstStyle/>
        <a:p>
          <a:endParaRPr lang="en-US"/>
        </a:p>
      </dgm:t>
    </dgm:pt>
    <dgm:pt modelId="{8EF8D55F-0D66-40CE-96E8-7940C3F7FC65}">
      <dgm:prSet/>
      <dgm:spPr/>
      <dgm:t>
        <a:bodyPr/>
        <a:lstStyle/>
        <a:p>
          <a:r>
            <a:rPr lang="en-GB"/>
            <a:t>VR remains valuable but requires careful use </a:t>
          </a:r>
          <a:endParaRPr lang="en-US"/>
        </a:p>
      </dgm:t>
    </dgm:pt>
    <dgm:pt modelId="{2D951B42-6027-4DA9-A01D-8D40EA0B506A}" type="parTrans" cxnId="{E5D5104F-1A3F-4112-95E1-F022C38660A3}">
      <dgm:prSet/>
      <dgm:spPr/>
      <dgm:t>
        <a:bodyPr/>
        <a:lstStyle/>
        <a:p>
          <a:endParaRPr lang="en-US"/>
        </a:p>
      </dgm:t>
    </dgm:pt>
    <dgm:pt modelId="{B8B8272F-022C-496B-971B-AD97615B5FF3}" type="sibTrans" cxnId="{E5D5104F-1A3F-4112-95E1-F022C38660A3}">
      <dgm:prSet/>
      <dgm:spPr/>
      <dgm:t>
        <a:bodyPr/>
        <a:lstStyle/>
        <a:p>
          <a:endParaRPr lang="en-US"/>
        </a:p>
      </dgm:t>
    </dgm:pt>
    <dgm:pt modelId="{1F0E1007-1A68-4B93-A1DC-B3B7A5F76175}">
      <dgm:prSet/>
      <dgm:spPr/>
      <dgm:t>
        <a:bodyPr/>
        <a:lstStyle/>
        <a:p>
          <a:r>
            <a:rPr lang="en-GB"/>
            <a:t>Further research is needed on long-term effects </a:t>
          </a:r>
          <a:endParaRPr lang="en-US"/>
        </a:p>
      </dgm:t>
    </dgm:pt>
    <dgm:pt modelId="{E743D086-AACD-45A4-84D1-E5A1C9081F85}" type="parTrans" cxnId="{C9B1C29D-30C5-4DD9-8B87-0A09B855C813}">
      <dgm:prSet/>
      <dgm:spPr/>
      <dgm:t>
        <a:bodyPr/>
        <a:lstStyle/>
        <a:p>
          <a:endParaRPr lang="en-US"/>
        </a:p>
      </dgm:t>
    </dgm:pt>
    <dgm:pt modelId="{8D3C5A46-931E-4D67-9E41-313066C06578}" type="sibTrans" cxnId="{C9B1C29D-30C5-4DD9-8B87-0A09B855C813}">
      <dgm:prSet/>
      <dgm:spPr/>
      <dgm:t>
        <a:bodyPr/>
        <a:lstStyle/>
        <a:p>
          <a:endParaRPr lang="en-US"/>
        </a:p>
      </dgm:t>
    </dgm:pt>
    <dgm:pt modelId="{065340FB-89EE-4CBD-996B-CC42E7F1E59B}" type="pres">
      <dgm:prSet presAssocID="{E5133ED8-1278-4F7B-A1AD-99D1C11ACA0B}" presName="linear" presStyleCnt="0">
        <dgm:presLayoutVars>
          <dgm:animLvl val="lvl"/>
          <dgm:resizeHandles val="exact"/>
        </dgm:presLayoutVars>
      </dgm:prSet>
      <dgm:spPr/>
    </dgm:pt>
    <dgm:pt modelId="{A37295E3-E37F-421C-A6CD-5B66B14F2D96}" type="pres">
      <dgm:prSet presAssocID="{1B27DA5F-C4A6-45B7-AE9C-114339C24E5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823944A-2D46-42F6-8418-C79FA2600064}" type="pres">
      <dgm:prSet presAssocID="{1B27DA5F-C4A6-45B7-AE9C-114339C24E5F}" presName="childText" presStyleLbl="revTx" presStyleIdx="0" presStyleCnt="1">
        <dgm:presLayoutVars>
          <dgm:bulletEnabled val="1"/>
        </dgm:presLayoutVars>
      </dgm:prSet>
      <dgm:spPr/>
    </dgm:pt>
    <dgm:pt modelId="{07393A00-EA17-4376-A888-81BBC7A7D1A1}" type="pres">
      <dgm:prSet presAssocID="{46D59F09-81BC-45A0-9A52-8841E00C51F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FA832CB-8580-4FBE-BFE1-CAF6A1894B94}" type="pres">
      <dgm:prSet presAssocID="{6916144A-711A-4D1B-9D07-6B553CF6EAB4}" presName="spacer" presStyleCnt="0"/>
      <dgm:spPr/>
    </dgm:pt>
    <dgm:pt modelId="{77683578-F856-4D6D-A92E-3063D09E0790}" type="pres">
      <dgm:prSet presAssocID="{4DE680B4-860C-49B8-B752-30B5BAFC501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6B155E4-5A13-4531-AD3C-D3943151A8DA}" type="pres">
      <dgm:prSet presAssocID="{4095C754-1E95-45B0-8101-7AE2E6E5B891}" presName="spacer" presStyleCnt="0"/>
      <dgm:spPr/>
    </dgm:pt>
    <dgm:pt modelId="{FC8B3B21-B54B-40F4-8684-7A629826CE7A}" type="pres">
      <dgm:prSet presAssocID="{8EF8D55F-0D66-40CE-96E8-7940C3F7FC6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BFC1F60-007F-4212-95C9-057DC0B2DEE0}" type="pres">
      <dgm:prSet presAssocID="{B8B8272F-022C-496B-971B-AD97615B5FF3}" presName="spacer" presStyleCnt="0"/>
      <dgm:spPr/>
    </dgm:pt>
    <dgm:pt modelId="{0F23A7F2-2608-4602-A33E-331C18F885DF}" type="pres">
      <dgm:prSet presAssocID="{1F0E1007-1A68-4B93-A1DC-B3B7A5F7617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DFC0D523-391C-488F-8A57-667A8B438E1B}" srcId="{1B27DA5F-C4A6-45B7-AE9C-114339C24E5F}" destId="{10514145-554C-4A3E-8A55-EF2965A23B88}" srcOrd="0" destOrd="0" parTransId="{FC218584-0582-4B84-BBDB-75E6006986C7}" sibTransId="{F294084E-634F-48C0-B83F-5DC7C14D4BF4}"/>
    <dgm:cxn modelId="{99896541-A699-4C6C-BC8F-2FBA96DFC74C}" type="presOf" srcId="{1F0E1007-1A68-4B93-A1DC-B3B7A5F76175}" destId="{0F23A7F2-2608-4602-A33E-331C18F885DF}" srcOrd="0" destOrd="0" presId="urn:microsoft.com/office/officeart/2005/8/layout/vList2"/>
    <dgm:cxn modelId="{D307C061-78B7-45A8-AA7F-C87A63A3909D}" srcId="{E5133ED8-1278-4F7B-A1AD-99D1C11ACA0B}" destId="{46D59F09-81BC-45A0-9A52-8841E00C51FF}" srcOrd="1" destOrd="0" parTransId="{B18970F2-1158-466D-9E97-2585A9CECED0}" sibTransId="{6916144A-711A-4D1B-9D07-6B553CF6EAB4}"/>
    <dgm:cxn modelId="{9B824347-F10E-4B4A-9AEC-7583B437FF94}" type="presOf" srcId="{8EF8D55F-0D66-40CE-96E8-7940C3F7FC65}" destId="{FC8B3B21-B54B-40F4-8684-7A629826CE7A}" srcOrd="0" destOrd="0" presId="urn:microsoft.com/office/officeart/2005/8/layout/vList2"/>
    <dgm:cxn modelId="{C69FE46D-EA10-45FF-8B40-B699FFE09EB6}" type="presOf" srcId="{1B27DA5F-C4A6-45B7-AE9C-114339C24E5F}" destId="{A37295E3-E37F-421C-A6CD-5B66B14F2D96}" srcOrd="0" destOrd="0" presId="urn:microsoft.com/office/officeart/2005/8/layout/vList2"/>
    <dgm:cxn modelId="{E5D5104F-1A3F-4112-95E1-F022C38660A3}" srcId="{E5133ED8-1278-4F7B-A1AD-99D1C11ACA0B}" destId="{8EF8D55F-0D66-40CE-96E8-7940C3F7FC65}" srcOrd="3" destOrd="0" parTransId="{2D951B42-6027-4DA9-A01D-8D40EA0B506A}" sibTransId="{B8B8272F-022C-496B-971B-AD97615B5FF3}"/>
    <dgm:cxn modelId="{C972B099-3548-4150-9911-CDEDF3D7FFA2}" type="presOf" srcId="{1A59D71F-6E6C-47CE-B62F-958984834EA1}" destId="{1823944A-2D46-42F6-8418-C79FA2600064}" srcOrd="0" destOrd="1" presId="urn:microsoft.com/office/officeart/2005/8/layout/vList2"/>
    <dgm:cxn modelId="{17AC939D-B05F-488A-B833-972A8C8A2CDA}" type="presOf" srcId="{4DE680B4-860C-49B8-B752-30B5BAFC501A}" destId="{77683578-F856-4D6D-A92E-3063D09E0790}" srcOrd="0" destOrd="0" presId="urn:microsoft.com/office/officeart/2005/8/layout/vList2"/>
    <dgm:cxn modelId="{C9B1C29D-30C5-4DD9-8B87-0A09B855C813}" srcId="{E5133ED8-1278-4F7B-A1AD-99D1C11ACA0B}" destId="{1F0E1007-1A68-4B93-A1DC-B3B7A5F76175}" srcOrd="4" destOrd="0" parTransId="{E743D086-AACD-45A4-84D1-E5A1C9081F85}" sibTransId="{8D3C5A46-931E-4D67-9E41-313066C06578}"/>
    <dgm:cxn modelId="{3D9938A5-1182-4CF4-A4E4-4C0B2DDC1674}" type="presOf" srcId="{E5133ED8-1278-4F7B-A1AD-99D1C11ACA0B}" destId="{065340FB-89EE-4CBD-996B-CC42E7F1E59B}" srcOrd="0" destOrd="0" presId="urn:microsoft.com/office/officeart/2005/8/layout/vList2"/>
    <dgm:cxn modelId="{FF9F47AE-469E-414F-91AF-711DAD304CB6}" type="presOf" srcId="{10514145-554C-4A3E-8A55-EF2965A23B88}" destId="{1823944A-2D46-42F6-8418-C79FA2600064}" srcOrd="0" destOrd="0" presId="urn:microsoft.com/office/officeart/2005/8/layout/vList2"/>
    <dgm:cxn modelId="{CD5DD9B8-89B5-493A-9CFA-1FFF220FEE03}" srcId="{1B27DA5F-C4A6-45B7-AE9C-114339C24E5F}" destId="{1A59D71F-6E6C-47CE-B62F-958984834EA1}" srcOrd="1" destOrd="0" parTransId="{75241AE0-BFFD-41CB-BEE6-74672504E59B}" sibTransId="{50ADBFD2-049E-4524-AC5A-0D5CD0E31901}"/>
    <dgm:cxn modelId="{BF6B90CF-C094-4461-87DB-C97B627F9C1D}" srcId="{E5133ED8-1278-4F7B-A1AD-99D1C11ACA0B}" destId="{1B27DA5F-C4A6-45B7-AE9C-114339C24E5F}" srcOrd="0" destOrd="0" parTransId="{01A3DC5C-21C3-4B2C-81A4-0A0978726CEB}" sibTransId="{8C14DA61-C775-4320-9B1D-8129703C210C}"/>
    <dgm:cxn modelId="{F6A8D9ED-D929-4283-A2A3-7CD6CC6D8EE6}" srcId="{E5133ED8-1278-4F7B-A1AD-99D1C11ACA0B}" destId="{4DE680B4-860C-49B8-B752-30B5BAFC501A}" srcOrd="2" destOrd="0" parTransId="{6A8F9DFB-A185-4E87-9DCB-A354DD306821}" sibTransId="{4095C754-1E95-45B0-8101-7AE2E6E5B891}"/>
    <dgm:cxn modelId="{FECA49F1-1659-4277-B86D-3D851AE0F80C}" type="presOf" srcId="{46D59F09-81BC-45A0-9A52-8841E00C51FF}" destId="{07393A00-EA17-4376-A888-81BBC7A7D1A1}" srcOrd="0" destOrd="0" presId="urn:microsoft.com/office/officeart/2005/8/layout/vList2"/>
    <dgm:cxn modelId="{1D2F047B-8C77-478D-965F-B1B7A25B30AC}" type="presParOf" srcId="{065340FB-89EE-4CBD-996B-CC42E7F1E59B}" destId="{A37295E3-E37F-421C-A6CD-5B66B14F2D96}" srcOrd="0" destOrd="0" presId="urn:microsoft.com/office/officeart/2005/8/layout/vList2"/>
    <dgm:cxn modelId="{037352FA-FE94-4EB6-8EE8-EF4AC714D722}" type="presParOf" srcId="{065340FB-89EE-4CBD-996B-CC42E7F1E59B}" destId="{1823944A-2D46-42F6-8418-C79FA2600064}" srcOrd="1" destOrd="0" presId="urn:microsoft.com/office/officeart/2005/8/layout/vList2"/>
    <dgm:cxn modelId="{EF7869C5-C574-4B1F-871C-73C9B02B4586}" type="presParOf" srcId="{065340FB-89EE-4CBD-996B-CC42E7F1E59B}" destId="{07393A00-EA17-4376-A888-81BBC7A7D1A1}" srcOrd="2" destOrd="0" presId="urn:microsoft.com/office/officeart/2005/8/layout/vList2"/>
    <dgm:cxn modelId="{38B28A99-B296-45B3-8659-C2892E4E72E6}" type="presParOf" srcId="{065340FB-89EE-4CBD-996B-CC42E7F1E59B}" destId="{DFA832CB-8580-4FBE-BFE1-CAF6A1894B94}" srcOrd="3" destOrd="0" presId="urn:microsoft.com/office/officeart/2005/8/layout/vList2"/>
    <dgm:cxn modelId="{CC812785-FA01-4FB5-BF98-920F1D724356}" type="presParOf" srcId="{065340FB-89EE-4CBD-996B-CC42E7F1E59B}" destId="{77683578-F856-4D6D-A92E-3063D09E0790}" srcOrd="4" destOrd="0" presId="urn:microsoft.com/office/officeart/2005/8/layout/vList2"/>
    <dgm:cxn modelId="{6FDA8932-0C4B-4E66-A21D-76E460897967}" type="presParOf" srcId="{065340FB-89EE-4CBD-996B-CC42E7F1E59B}" destId="{86B155E4-5A13-4531-AD3C-D3943151A8DA}" srcOrd="5" destOrd="0" presId="urn:microsoft.com/office/officeart/2005/8/layout/vList2"/>
    <dgm:cxn modelId="{1360A7C4-6474-44A4-9B69-6990BB47F225}" type="presParOf" srcId="{065340FB-89EE-4CBD-996B-CC42E7F1E59B}" destId="{FC8B3B21-B54B-40F4-8684-7A629826CE7A}" srcOrd="6" destOrd="0" presId="urn:microsoft.com/office/officeart/2005/8/layout/vList2"/>
    <dgm:cxn modelId="{348A7FE4-D932-4D70-9908-A2C7A9F1C0F3}" type="presParOf" srcId="{065340FB-89EE-4CBD-996B-CC42E7F1E59B}" destId="{8BFC1F60-007F-4212-95C9-057DC0B2DEE0}" srcOrd="7" destOrd="0" presId="urn:microsoft.com/office/officeart/2005/8/layout/vList2"/>
    <dgm:cxn modelId="{5EFD6FFF-8CD4-43A3-B3B7-3DC1AE10E4BD}" type="presParOf" srcId="{065340FB-89EE-4CBD-996B-CC42E7F1E59B}" destId="{0F23A7F2-2608-4602-A33E-331C18F885D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2BE97C8-3B23-498F-B440-81D8EB5D2D4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1F718BD-77E1-4933-BF89-5A84BAB4B94D}">
      <dgm:prSet/>
      <dgm:spPr/>
      <dgm:t>
        <a:bodyPr/>
        <a:lstStyle/>
        <a:p>
          <a:r>
            <a:rPr lang="en-US" b="0" i="0" baseline="0"/>
            <a:t>Stanney et al. (2020) </a:t>
          </a:r>
          <a:endParaRPr lang="en-US"/>
        </a:p>
      </dgm:t>
    </dgm:pt>
    <dgm:pt modelId="{3265F552-EBDB-492A-A2F9-D433924747ED}" type="parTrans" cxnId="{A6031AE2-C0BA-46FC-92FD-1F6392199498}">
      <dgm:prSet/>
      <dgm:spPr/>
      <dgm:t>
        <a:bodyPr/>
        <a:lstStyle/>
        <a:p>
          <a:endParaRPr lang="en-US"/>
        </a:p>
      </dgm:t>
    </dgm:pt>
    <dgm:pt modelId="{9A84AB3F-7D3D-43E9-911E-A64A63E9EC2E}" type="sibTrans" cxnId="{A6031AE2-C0BA-46FC-92FD-1F6392199498}">
      <dgm:prSet/>
      <dgm:spPr/>
      <dgm:t>
        <a:bodyPr/>
        <a:lstStyle/>
        <a:p>
          <a:endParaRPr lang="en-US"/>
        </a:p>
      </dgm:t>
    </dgm:pt>
    <dgm:pt modelId="{13C158BB-34DB-465B-9ECE-734362D11421}">
      <dgm:prSet/>
      <dgm:spPr/>
      <dgm:t>
        <a:bodyPr/>
        <a:lstStyle/>
        <a:p>
          <a:r>
            <a:rPr lang="en-US" b="0" i="0" baseline="0"/>
            <a:t>Weech et al. (2019) </a:t>
          </a:r>
          <a:endParaRPr lang="en-US"/>
        </a:p>
      </dgm:t>
    </dgm:pt>
    <dgm:pt modelId="{51F9C573-3E2A-4B4D-997A-2C40AF4E8710}" type="parTrans" cxnId="{5F645CE5-C925-4D6B-AE11-96FFD500E432}">
      <dgm:prSet/>
      <dgm:spPr/>
      <dgm:t>
        <a:bodyPr/>
        <a:lstStyle/>
        <a:p>
          <a:endParaRPr lang="en-US"/>
        </a:p>
      </dgm:t>
    </dgm:pt>
    <dgm:pt modelId="{A3F07CB0-8E8B-40AE-A273-A99C8ED25ECB}" type="sibTrans" cxnId="{5F645CE5-C925-4D6B-AE11-96FFD500E432}">
      <dgm:prSet/>
      <dgm:spPr/>
      <dgm:t>
        <a:bodyPr/>
        <a:lstStyle/>
        <a:p>
          <a:endParaRPr lang="en-US"/>
        </a:p>
      </dgm:t>
    </dgm:pt>
    <dgm:pt modelId="{86077226-DCBE-4C3E-BF62-2AED3ABC7483}">
      <dgm:prSet/>
      <dgm:spPr/>
      <dgm:t>
        <a:bodyPr/>
        <a:lstStyle/>
        <a:p>
          <a:r>
            <a:rPr lang="en-US" b="0" i="0" baseline="0"/>
            <a:t>Keshavarz et al. (2015) </a:t>
          </a:r>
          <a:endParaRPr lang="en-US"/>
        </a:p>
      </dgm:t>
    </dgm:pt>
    <dgm:pt modelId="{71809DE0-A1E6-4920-8EE9-CF63615E7CA8}" type="parTrans" cxnId="{7FCA38C1-B13F-47ED-8C90-5E6ABA8CAA17}">
      <dgm:prSet/>
      <dgm:spPr/>
      <dgm:t>
        <a:bodyPr/>
        <a:lstStyle/>
        <a:p>
          <a:endParaRPr lang="en-US"/>
        </a:p>
      </dgm:t>
    </dgm:pt>
    <dgm:pt modelId="{6766D773-1486-45A2-B445-CA403DD4C7D3}" type="sibTrans" cxnId="{7FCA38C1-B13F-47ED-8C90-5E6ABA8CAA17}">
      <dgm:prSet/>
      <dgm:spPr/>
      <dgm:t>
        <a:bodyPr/>
        <a:lstStyle/>
        <a:p>
          <a:endParaRPr lang="en-US"/>
        </a:p>
      </dgm:t>
    </dgm:pt>
    <dgm:pt modelId="{AABE1A66-9445-41CF-A916-80D0E7245656}">
      <dgm:prSet/>
      <dgm:spPr/>
      <dgm:t>
        <a:bodyPr/>
        <a:lstStyle/>
        <a:p>
          <a:r>
            <a:rPr lang="en-US" b="0" i="0" baseline="0"/>
            <a:t>Additional academic journal sources </a:t>
          </a:r>
          <a:endParaRPr lang="en-US"/>
        </a:p>
      </dgm:t>
    </dgm:pt>
    <dgm:pt modelId="{4065D15C-893D-4C1C-B277-A82A06182500}" type="parTrans" cxnId="{FB33BE08-BD9A-4059-BE5B-CDF9497A2426}">
      <dgm:prSet/>
      <dgm:spPr/>
      <dgm:t>
        <a:bodyPr/>
        <a:lstStyle/>
        <a:p>
          <a:endParaRPr lang="en-US"/>
        </a:p>
      </dgm:t>
    </dgm:pt>
    <dgm:pt modelId="{992BC450-C5D0-45E4-95E4-D03964FF9CDF}" type="sibTrans" cxnId="{FB33BE08-BD9A-4059-BE5B-CDF9497A2426}">
      <dgm:prSet/>
      <dgm:spPr/>
      <dgm:t>
        <a:bodyPr/>
        <a:lstStyle/>
        <a:p>
          <a:endParaRPr lang="en-US"/>
        </a:p>
      </dgm:t>
    </dgm:pt>
    <dgm:pt modelId="{332E1D95-A3E7-4694-8F28-5D172D5E45FF}" type="pres">
      <dgm:prSet presAssocID="{02BE97C8-3B23-498F-B440-81D8EB5D2D4E}" presName="root" presStyleCnt="0">
        <dgm:presLayoutVars>
          <dgm:dir/>
          <dgm:resizeHandles val="exact"/>
        </dgm:presLayoutVars>
      </dgm:prSet>
      <dgm:spPr/>
    </dgm:pt>
    <dgm:pt modelId="{CA5A8134-5EFD-4BA3-B0E6-564ABE4718B1}" type="pres">
      <dgm:prSet presAssocID="{61F718BD-77E1-4933-BF89-5A84BAB4B94D}" presName="compNode" presStyleCnt="0"/>
      <dgm:spPr/>
    </dgm:pt>
    <dgm:pt modelId="{1F2E3A90-BBEA-41C7-9AB9-BD1C61C2FC85}" type="pres">
      <dgm:prSet presAssocID="{61F718BD-77E1-4933-BF89-5A84BAB4B94D}" presName="bgRect" presStyleLbl="bgShp" presStyleIdx="0" presStyleCnt="4"/>
      <dgm:spPr/>
    </dgm:pt>
    <dgm:pt modelId="{9DF8B934-D5AD-4484-BD59-FFF3D4DFC8BB}" type="pres">
      <dgm:prSet presAssocID="{61F718BD-77E1-4933-BF89-5A84BAB4B94D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bbles"/>
        </a:ext>
      </dgm:extLst>
    </dgm:pt>
    <dgm:pt modelId="{A458BC47-CFC0-41E7-9ACE-A302FE35CE87}" type="pres">
      <dgm:prSet presAssocID="{61F718BD-77E1-4933-BF89-5A84BAB4B94D}" presName="spaceRect" presStyleCnt="0"/>
      <dgm:spPr/>
    </dgm:pt>
    <dgm:pt modelId="{820FC2D7-31EB-462B-921B-253FB61304B2}" type="pres">
      <dgm:prSet presAssocID="{61F718BD-77E1-4933-BF89-5A84BAB4B94D}" presName="parTx" presStyleLbl="revTx" presStyleIdx="0" presStyleCnt="4">
        <dgm:presLayoutVars>
          <dgm:chMax val="0"/>
          <dgm:chPref val="0"/>
        </dgm:presLayoutVars>
      </dgm:prSet>
      <dgm:spPr/>
    </dgm:pt>
    <dgm:pt modelId="{E2D51F3C-12B3-4B8B-A63E-74877D45B228}" type="pres">
      <dgm:prSet presAssocID="{9A84AB3F-7D3D-43E9-911E-A64A63E9EC2E}" presName="sibTrans" presStyleCnt="0"/>
      <dgm:spPr/>
    </dgm:pt>
    <dgm:pt modelId="{340D716D-D451-4FDF-8977-CABAEEC2E386}" type="pres">
      <dgm:prSet presAssocID="{13C158BB-34DB-465B-9ECE-734362D11421}" presName="compNode" presStyleCnt="0"/>
      <dgm:spPr/>
    </dgm:pt>
    <dgm:pt modelId="{976A7343-3D18-4E5B-8E3A-2BC7386CCCA8}" type="pres">
      <dgm:prSet presAssocID="{13C158BB-34DB-465B-9ECE-734362D11421}" presName="bgRect" presStyleLbl="bgShp" presStyleIdx="1" presStyleCnt="4"/>
      <dgm:spPr/>
    </dgm:pt>
    <dgm:pt modelId="{7F7E7D09-C922-432F-ADE2-A5E26F0147FE}" type="pres">
      <dgm:prSet presAssocID="{13C158BB-34DB-465B-9ECE-734362D11421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gloo"/>
        </a:ext>
      </dgm:extLst>
    </dgm:pt>
    <dgm:pt modelId="{DE71FE49-AA44-4089-AD80-E2DE9AFFA38B}" type="pres">
      <dgm:prSet presAssocID="{13C158BB-34DB-465B-9ECE-734362D11421}" presName="spaceRect" presStyleCnt="0"/>
      <dgm:spPr/>
    </dgm:pt>
    <dgm:pt modelId="{9487063E-2D66-4069-8242-4F0153777CB3}" type="pres">
      <dgm:prSet presAssocID="{13C158BB-34DB-465B-9ECE-734362D11421}" presName="parTx" presStyleLbl="revTx" presStyleIdx="1" presStyleCnt="4">
        <dgm:presLayoutVars>
          <dgm:chMax val="0"/>
          <dgm:chPref val="0"/>
        </dgm:presLayoutVars>
      </dgm:prSet>
      <dgm:spPr/>
    </dgm:pt>
    <dgm:pt modelId="{9D586C33-A160-4003-8AAE-11532B05157F}" type="pres">
      <dgm:prSet presAssocID="{A3F07CB0-8E8B-40AE-A273-A99C8ED25ECB}" presName="sibTrans" presStyleCnt="0"/>
      <dgm:spPr/>
    </dgm:pt>
    <dgm:pt modelId="{18963CCB-AC61-4E69-AFC2-1C1BB834B737}" type="pres">
      <dgm:prSet presAssocID="{86077226-DCBE-4C3E-BF62-2AED3ABC7483}" presName="compNode" presStyleCnt="0"/>
      <dgm:spPr/>
    </dgm:pt>
    <dgm:pt modelId="{0E4FEAD6-441B-452F-A6EC-1213C76614FC}" type="pres">
      <dgm:prSet presAssocID="{86077226-DCBE-4C3E-BF62-2AED3ABC7483}" presName="bgRect" presStyleLbl="bgShp" presStyleIdx="2" presStyleCnt="4"/>
      <dgm:spPr/>
    </dgm:pt>
    <dgm:pt modelId="{6E610AED-E3BF-4827-BC0C-F7510B1D6401}" type="pres">
      <dgm:prSet presAssocID="{86077226-DCBE-4C3E-BF62-2AED3ABC7483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gon Dance"/>
        </a:ext>
      </dgm:extLst>
    </dgm:pt>
    <dgm:pt modelId="{E3ABE93F-5C36-4D24-A6FF-3476499BAABC}" type="pres">
      <dgm:prSet presAssocID="{86077226-DCBE-4C3E-BF62-2AED3ABC7483}" presName="spaceRect" presStyleCnt="0"/>
      <dgm:spPr/>
    </dgm:pt>
    <dgm:pt modelId="{CA107A65-ADA4-4867-8097-B722D31C26FD}" type="pres">
      <dgm:prSet presAssocID="{86077226-DCBE-4C3E-BF62-2AED3ABC7483}" presName="parTx" presStyleLbl="revTx" presStyleIdx="2" presStyleCnt="4">
        <dgm:presLayoutVars>
          <dgm:chMax val="0"/>
          <dgm:chPref val="0"/>
        </dgm:presLayoutVars>
      </dgm:prSet>
      <dgm:spPr/>
    </dgm:pt>
    <dgm:pt modelId="{A4AD97A3-2CDF-42C8-A53C-B9B3BCA483D0}" type="pres">
      <dgm:prSet presAssocID="{6766D773-1486-45A2-B445-CA403DD4C7D3}" presName="sibTrans" presStyleCnt="0"/>
      <dgm:spPr/>
    </dgm:pt>
    <dgm:pt modelId="{4BA8E5BB-E102-4B94-9F45-13E8001AD869}" type="pres">
      <dgm:prSet presAssocID="{AABE1A66-9445-41CF-A916-80D0E7245656}" presName="compNode" presStyleCnt="0"/>
      <dgm:spPr/>
    </dgm:pt>
    <dgm:pt modelId="{011A2101-4875-45AF-9EFD-1DA41257BB63}" type="pres">
      <dgm:prSet presAssocID="{AABE1A66-9445-41CF-A916-80D0E7245656}" presName="bgRect" presStyleLbl="bgShp" presStyleIdx="3" presStyleCnt="4"/>
      <dgm:spPr/>
    </dgm:pt>
    <dgm:pt modelId="{8A8EF6EA-2CB8-4986-9CF6-F8BB21DE693A}" type="pres">
      <dgm:prSet presAssocID="{AABE1A66-9445-41CF-A916-80D0E724565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DDDC6123-FAD8-4833-8477-4A31B9E74DDB}" type="pres">
      <dgm:prSet presAssocID="{AABE1A66-9445-41CF-A916-80D0E7245656}" presName="spaceRect" presStyleCnt="0"/>
      <dgm:spPr/>
    </dgm:pt>
    <dgm:pt modelId="{D60E4A6D-1E6A-4A2A-80F8-4D1840316E85}" type="pres">
      <dgm:prSet presAssocID="{AABE1A66-9445-41CF-A916-80D0E724565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B33BE08-BD9A-4059-BE5B-CDF9497A2426}" srcId="{02BE97C8-3B23-498F-B440-81D8EB5D2D4E}" destId="{AABE1A66-9445-41CF-A916-80D0E7245656}" srcOrd="3" destOrd="0" parTransId="{4065D15C-893D-4C1C-B277-A82A06182500}" sibTransId="{992BC450-C5D0-45E4-95E4-D03964FF9CDF}"/>
    <dgm:cxn modelId="{CA63DE47-430F-41CA-9689-0EB1838D5C70}" type="presOf" srcId="{61F718BD-77E1-4933-BF89-5A84BAB4B94D}" destId="{820FC2D7-31EB-462B-921B-253FB61304B2}" srcOrd="0" destOrd="0" presId="urn:microsoft.com/office/officeart/2018/2/layout/IconVerticalSolidList"/>
    <dgm:cxn modelId="{24004957-36AB-4BE8-9FDF-6FA230296126}" type="presOf" srcId="{86077226-DCBE-4C3E-BF62-2AED3ABC7483}" destId="{CA107A65-ADA4-4867-8097-B722D31C26FD}" srcOrd="0" destOrd="0" presId="urn:microsoft.com/office/officeart/2018/2/layout/IconVerticalSolidList"/>
    <dgm:cxn modelId="{94E88E7E-8B42-4DDF-B4D4-B6DA0DA3E4CA}" type="presOf" srcId="{02BE97C8-3B23-498F-B440-81D8EB5D2D4E}" destId="{332E1D95-A3E7-4694-8F28-5D172D5E45FF}" srcOrd="0" destOrd="0" presId="urn:microsoft.com/office/officeart/2018/2/layout/IconVerticalSolidList"/>
    <dgm:cxn modelId="{537137A3-EA67-4051-AA53-4962C8484827}" type="presOf" srcId="{13C158BB-34DB-465B-9ECE-734362D11421}" destId="{9487063E-2D66-4069-8242-4F0153777CB3}" srcOrd="0" destOrd="0" presId="urn:microsoft.com/office/officeart/2018/2/layout/IconVerticalSolidList"/>
    <dgm:cxn modelId="{7FCA38C1-B13F-47ED-8C90-5E6ABA8CAA17}" srcId="{02BE97C8-3B23-498F-B440-81D8EB5D2D4E}" destId="{86077226-DCBE-4C3E-BF62-2AED3ABC7483}" srcOrd="2" destOrd="0" parTransId="{71809DE0-A1E6-4920-8EE9-CF63615E7CA8}" sibTransId="{6766D773-1486-45A2-B445-CA403DD4C7D3}"/>
    <dgm:cxn modelId="{A6031AE2-C0BA-46FC-92FD-1F6392199498}" srcId="{02BE97C8-3B23-498F-B440-81D8EB5D2D4E}" destId="{61F718BD-77E1-4933-BF89-5A84BAB4B94D}" srcOrd="0" destOrd="0" parTransId="{3265F552-EBDB-492A-A2F9-D433924747ED}" sibTransId="{9A84AB3F-7D3D-43E9-911E-A64A63E9EC2E}"/>
    <dgm:cxn modelId="{5F645CE5-C925-4D6B-AE11-96FFD500E432}" srcId="{02BE97C8-3B23-498F-B440-81D8EB5D2D4E}" destId="{13C158BB-34DB-465B-9ECE-734362D11421}" srcOrd="1" destOrd="0" parTransId="{51F9C573-3E2A-4B4D-997A-2C40AF4E8710}" sibTransId="{A3F07CB0-8E8B-40AE-A273-A99C8ED25ECB}"/>
    <dgm:cxn modelId="{143B1BEC-6684-4EF9-9C0D-080D8343080E}" type="presOf" srcId="{AABE1A66-9445-41CF-A916-80D0E7245656}" destId="{D60E4A6D-1E6A-4A2A-80F8-4D1840316E85}" srcOrd="0" destOrd="0" presId="urn:microsoft.com/office/officeart/2018/2/layout/IconVerticalSolidList"/>
    <dgm:cxn modelId="{F04CB701-586D-434D-80FD-055C4E272A8A}" type="presParOf" srcId="{332E1D95-A3E7-4694-8F28-5D172D5E45FF}" destId="{CA5A8134-5EFD-4BA3-B0E6-564ABE4718B1}" srcOrd="0" destOrd="0" presId="urn:microsoft.com/office/officeart/2018/2/layout/IconVerticalSolidList"/>
    <dgm:cxn modelId="{3B734FBD-B4E9-4107-9229-E08CFB3C4AAC}" type="presParOf" srcId="{CA5A8134-5EFD-4BA3-B0E6-564ABE4718B1}" destId="{1F2E3A90-BBEA-41C7-9AB9-BD1C61C2FC85}" srcOrd="0" destOrd="0" presId="urn:microsoft.com/office/officeart/2018/2/layout/IconVerticalSolidList"/>
    <dgm:cxn modelId="{FA94322D-6FF1-4DE6-9AF3-0F5CD1128DDA}" type="presParOf" srcId="{CA5A8134-5EFD-4BA3-B0E6-564ABE4718B1}" destId="{9DF8B934-D5AD-4484-BD59-FFF3D4DFC8BB}" srcOrd="1" destOrd="0" presId="urn:microsoft.com/office/officeart/2018/2/layout/IconVerticalSolidList"/>
    <dgm:cxn modelId="{2A89967A-260F-449D-8936-AD564F351CE2}" type="presParOf" srcId="{CA5A8134-5EFD-4BA3-B0E6-564ABE4718B1}" destId="{A458BC47-CFC0-41E7-9ACE-A302FE35CE87}" srcOrd="2" destOrd="0" presId="urn:microsoft.com/office/officeart/2018/2/layout/IconVerticalSolidList"/>
    <dgm:cxn modelId="{C97A632B-BC2B-4FCE-ABBB-7C1066C95560}" type="presParOf" srcId="{CA5A8134-5EFD-4BA3-B0E6-564ABE4718B1}" destId="{820FC2D7-31EB-462B-921B-253FB61304B2}" srcOrd="3" destOrd="0" presId="urn:microsoft.com/office/officeart/2018/2/layout/IconVerticalSolidList"/>
    <dgm:cxn modelId="{8E1D1223-1C3C-47A1-8DC8-03DB1E68C554}" type="presParOf" srcId="{332E1D95-A3E7-4694-8F28-5D172D5E45FF}" destId="{E2D51F3C-12B3-4B8B-A63E-74877D45B228}" srcOrd="1" destOrd="0" presId="urn:microsoft.com/office/officeart/2018/2/layout/IconVerticalSolidList"/>
    <dgm:cxn modelId="{50D59FB7-1422-4223-B6B0-19A88F2184D0}" type="presParOf" srcId="{332E1D95-A3E7-4694-8F28-5D172D5E45FF}" destId="{340D716D-D451-4FDF-8977-CABAEEC2E386}" srcOrd="2" destOrd="0" presId="urn:microsoft.com/office/officeart/2018/2/layout/IconVerticalSolidList"/>
    <dgm:cxn modelId="{3BC3A667-B863-419D-BF3D-17319C7583DF}" type="presParOf" srcId="{340D716D-D451-4FDF-8977-CABAEEC2E386}" destId="{976A7343-3D18-4E5B-8E3A-2BC7386CCCA8}" srcOrd="0" destOrd="0" presId="urn:microsoft.com/office/officeart/2018/2/layout/IconVerticalSolidList"/>
    <dgm:cxn modelId="{CE3334DE-4004-4F07-B6DA-4F6442CAD4C6}" type="presParOf" srcId="{340D716D-D451-4FDF-8977-CABAEEC2E386}" destId="{7F7E7D09-C922-432F-ADE2-A5E26F0147FE}" srcOrd="1" destOrd="0" presId="urn:microsoft.com/office/officeart/2018/2/layout/IconVerticalSolidList"/>
    <dgm:cxn modelId="{36CA5953-4D40-49C1-A7AC-13E3812EB880}" type="presParOf" srcId="{340D716D-D451-4FDF-8977-CABAEEC2E386}" destId="{DE71FE49-AA44-4089-AD80-E2DE9AFFA38B}" srcOrd="2" destOrd="0" presId="urn:microsoft.com/office/officeart/2018/2/layout/IconVerticalSolidList"/>
    <dgm:cxn modelId="{4301A4FD-8939-4C06-A56F-D414831DD53F}" type="presParOf" srcId="{340D716D-D451-4FDF-8977-CABAEEC2E386}" destId="{9487063E-2D66-4069-8242-4F0153777CB3}" srcOrd="3" destOrd="0" presId="urn:microsoft.com/office/officeart/2018/2/layout/IconVerticalSolidList"/>
    <dgm:cxn modelId="{6596E04E-9EF9-42BE-A4E0-E216FC263D74}" type="presParOf" srcId="{332E1D95-A3E7-4694-8F28-5D172D5E45FF}" destId="{9D586C33-A160-4003-8AAE-11532B05157F}" srcOrd="3" destOrd="0" presId="urn:microsoft.com/office/officeart/2018/2/layout/IconVerticalSolidList"/>
    <dgm:cxn modelId="{B141A702-F135-4621-A71C-0EEB03178C09}" type="presParOf" srcId="{332E1D95-A3E7-4694-8F28-5D172D5E45FF}" destId="{18963CCB-AC61-4E69-AFC2-1C1BB834B737}" srcOrd="4" destOrd="0" presId="urn:microsoft.com/office/officeart/2018/2/layout/IconVerticalSolidList"/>
    <dgm:cxn modelId="{C1861492-2E1F-476C-9B91-A9AD352C74B6}" type="presParOf" srcId="{18963CCB-AC61-4E69-AFC2-1C1BB834B737}" destId="{0E4FEAD6-441B-452F-A6EC-1213C76614FC}" srcOrd="0" destOrd="0" presId="urn:microsoft.com/office/officeart/2018/2/layout/IconVerticalSolidList"/>
    <dgm:cxn modelId="{EB4D87EF-85AB-4FA2-8223-28DDDADACF24}" type="presParOf" srcId="{18963CCB-AC61-4E69-AFC2-1C1BB834B737}" destId="{6E610AED-E3BF-4827-BC0C-F7510B1D6401}" srcOrd="1" destOrd="0" presId="urn:microsoft.com/office/officeart/2018/2/layout/IconVerticalSolidList"/>
    <dgm:cxn modelId="{88D50EFA-BC1B-4B36-B01E-697B11244FBB}" type="presParOf" srcId="{18963CCB-AC61-4E69-AFC2-1C1BB834B737}" destId="{E3ABE93F-5C36-4D24-A6FF-3476499BAABC}" srcOrd="2" destOrd="0" presId="urn:microsoft.com/office/officeart/2018/2/layout/IconVerticalSolidList"/>
    <dgm:cxn modelId="{C59944A4-4DA5-491D-AAEC-70FF66B75F7B}" type="presParOf" srcId="{18963CCB-AC61-4E69-AFC2-1C1BB834B737}" destId="{CA107A65-ADA4-4867-8097-B722D31C26FD}" srcOrd="3" destOrd="0" presId="urn:microsoft.com/office/officeart/2018/2/layout/IconVerticalSolidList"/>
    <dgm:cxn modelId="{1E068EF5-35B5-4B11-A263-7CD5591D584D}" type="presParOf" srcId="{332E1D95-A3E7-4694-8F28-5D172D5E45FF}" destId="{A4AD97A3-2CDF-42C8-A53C-B9B3BCA483D0}" srcOrd="5" destOrd="0" presId="urn:microsoft.com/office/officeart/2018/2/layout/IconVerticalSolidList"/>
    <dgm:cxn modelId="{4AC4C399-20B7-447F-836A-F65E938BF549}" type="presParOf" srcId="{332E1D95-A3E7-4694-8F28-5D172D5E45FF}" destId="{4BA8E5BB-E102-4B94-9F45-13E8001AD869}" srcOrd="6" destOrd="0" presId="urn:microsoft.com/office/officeart/2018/2/layout/IconVerticalSolidList"/>
    <dgm:cxn modelId="{0ABBF535-FC91-4A7B-A6DC-1032DFFE4EB0}" type="presParOf" srcId="{4BA8E5BB-E102-4B94-9F45-13E8001AD869}" destId="{011A2101-4875-45AF-9EFD-1DA41257BB63}" srcOrd="0" destOrd="0" presId="urn:microsoft.com/office/officeart/2018/2/layout/IconVerticalSolidList"/>
    <dgm:cxn modelId="{600C161D-1744-43D6-86BB-216B96E4FB16}" type="presParOf" srcId="{4BA8E5BB-E102-4B94-9F45-13E8001AD869}" destId="{8A8EF6EA-2CB8-4986-9CF6-F8BB21DE693A}" srcOrd="1" destOrd="0" presId="urn:microsoft.com/office/officeart/2018/2/layout/IconVerticalSolidList"/>
    <dgm:cxn modelId="{C4B48CCC-A4B9-4CF6-913B-7A3E5A1D5258}" type="presParOf" srcId="{4BA8E5BB-E102-4B94-9F45-13E8001AD869}" destId="{DDDC6123-FAD8-4833-8477-4A31B9E74DDB}" srcOrd="2" destOrd="0" presId="urn:microsoft.com/office/officeart/2018/2/layout/IconVerticalSolidList"/>
    <dgm:cxn modelId="{E1D73DA3-C81C-4C0D-8FC8-5BCE1A872A9D}" type="presParOf" srcId="{4BA8E5BB-E102-4B94-9F45-13E8001AD869}" destId="{D60E4A6D-1E6A-4A2A-80F8-4D1840316E8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3F84DC-A3B1-492A-BE88-355A8FFA6F46}">
      <dsp:nvSpPr>
        <dsp:cNvPr id="0" name=""/>
        <dsp:cNvSpPr/>
      </dsp:nvSpPr>
      <dsp:spPr>
        <a:xfrm>
          <a:off x="0" y="2446"/>
          <a:ext cx="730605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ED47B2-84E6-47F5-A093-7B71A988E479}">
      <dsp:nvSpPr>
        <dsp:cNvPr id="0" name=""/>
        <dsp:cNvSpPr/>
      </dsp:nvSpPr>
      <dsp:spPr>
        <a:xfrm>
          <a:off x="0" y="2446"/>
          <a:ext cx="7306056" cy="834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2300" kern="1200"/>
            <a:t>Virtual reality (VR) is widely used in gaming, training, and education </a:t>
          </a:r>
        </a:p>
      </dsp:txBody>
      <dsp:txXfrm>
        <a:off x="0" y="2446"/>
        <a:ext cx="7306056" cy="834336"/>
      </dsp:txXfrm>
    </dsp:sp>
    <dsp:sp modelId="{38E9DB5F-8851-4E7C-9570-DFAE6F59B4A1}">
      <dsp:nvSpPr>
        <dsp:cNvPr id="0" name=""/>
        <dsp:cNvSpPr/>
      </dsp:nvSpPr>
      <dsp:spPr>
        <a:xfrm>
          <a:off x="0" y="836783"/>
          <a:ext cx="7306056" cy="0"/>
        </a:xfrm>
        <a:prstGeom prst="line">
          <a:avLst/>
        </a:prstGeom>
        <a:solidFill>
          <a:schemeClr val="accent2">
            <a:hueOff val="-2073801"/>
            <a:satOff val="-4082"/>
            <a:lumOff val="2549"/>
            <a:alphaOff val="0"/>
          </a:schemeClr>
        </a:solidFill>
        <a:ln w="19050" cap="flat" cmpd="sng" algn="ctr">
          <a:solidFill>
            <a:schemeClr val="accent2">
              <a:hueOff val="-2073801"/>
              <a:satOff val="-4082"/>
              <a:lumOff val="25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A17A0C-D942-4EA3-8BA8-77BBBA724061}">
      <dsp:nvSpPr>
        <dsp:cNvPr id="0" name=""/>
        <dsp:cNvSpPr/>
      </dsp:nvSpPr>
      <dsp:spPr>
        <a:xfrm>
          <a:off x="0" y="836783"/>
          <a:ext cx="7306056" cy="834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2300" kern="1200"/>
            <a:t>Increased use has raised concerns about potential health effects </a:t>
          </a:r>
        </a:p>
      </dsp:txBody>
      <dsp:txXfrm>
        <a:off x="0" y="836783"/>
        <a:ext cx="7306056" cy="834336"/>
      </dsp:txXfrm>
    </dsp:sp>
    <dsp:sp modelId="{C2688E0E-1FBE-4262-836C-A36554AB0AB8}">
      <dsp:nvSpPr>
        <dsp:cNvPr id="0" name=""/>
        <dsp:cNvSpPr/>
      </dsp:nvSpPr>
      <dsp:spPr>
        <a:xfrm>
          <a:off x="0" y="1671119"/>
          <a:ext cx="7306056" cy="0"/>
        </a:xfrm>
        <a:prstGeom prst="line">
          <a:avLst/>
        </a:prstGeom>
        <a:solidFill>
          <a:schemeClr val="accent2">
            <a:hueOff val="-4147603"/>
            <a:satOff val="-8163"/>
            <a:lumOff val="5098"/>
            <a:alphaOff val="0"/>
          </a:schemeClr>
        </a:solidFill>
        <a:ln w="19050" cap="flat" cmpd="sng" algn="ctr">
          <a:solidFill>
            <a:schemeClr val="accent2">
              <a:hueOff val="-4147603"/>
              <a:satOff val="-8163"/>
              <a:lumOff val="509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6364CF-9035-4AF3-ACE3-256FD46E60BD}">
      <dsp:nvSpPr>
        <dsp:cNvPr id="0" name=""/>
        <dsp:cNvSpPr/>
      </dsp:nvSpPr>
      <dsp:spPr>
        <a:xfrm>
          <a:off x="0" y="1671119"/>
          <a:ext cx="7306056" cy="834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2300" kern="1200"/>
            <a:t>This project focuses on: </a:t>
          </a:r>
        </a:p>
      </dsp:txBody>
      <dsp:txXfrm>
        <a:off x="0" y="1671119"/>
        <a:ext cx="7306056" cy="834336"/>
      </dsp:txXfrm>
    </dsp:sp>
    <dsp:sp modelId="{6595EFED-DE25-46D6-B3FF-B73E3EC8CDCE}">
      <dsp:nvSpPr>
        <dsp:cNvPr id="0" name=""/>
        <dsp:cNvSpPr/>
      </dsp:nvSpPr>
      <dsp:spPr>
        <a:xfrm>
          <a:off x="0" y="2505455"/>
          <a:ext cx="7306056" cy="0"/>
        </a:xfrm>
        <a:prstGeom prst="line">
          <a:avLst/>
        </a:prstGeom>
        <a:solidFill>
          <a:schemeClr val="accent2">
            <a:hueOff val="-6221405"/>
            <a:satOff val="-12245"/>
            <a:lumOff val="7647"/>
            <a:alphaOff val="0"/>
          </a:schemeClr>
        </a:solidFill>
        <a:ln w="19050" cap="flat" cmpd="sng" algn="ctr">
          <a:solidFill>
            <a:schemeClr val="accent2">
              <a:hueOff val="-6221405"/>
              <a:satOff val="-12245"/>
              <a:lumOff val="764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E81839-F401-4440-9B58-431FF4EF156C}">
      <dsp:nvSpPr>
        <dsp:cNvPr id="0" name=""/>
        <dsp:cNvSpPr/>
      </dsp:nvSpPr>
      <dsp:spPr>
        <a:xfrm>
          <a:off x="0" y="2505456"/>
          <a:ext cx="7306056" cy="834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2300" kern="1200" dirty="0"/>
            <a:t>Postural stability (balance) </a:t>
          </a:r>
        </a:p>
      </dsp:txBody>
      <dsp:txXfrm>
        <a:off x="0" y="2505456"/>
        <a:ext cx="7306056" cy="834336"/>
      </dsp:txXfrm>
    </dsp:sp>
    <dsp:sp modelId="{8C8EA5EC-79DD-4D31-A82E-55F6D7F1FBC5}">
      <dsp:nvSpPr>
        <dsp:cNvPr id="0" name=""/>
        <dsp:cNvSpPr/>
      </dsp:nvSpPr>
      <dsp:spPr>
        <a:xfrm>
          <a:off x="0" y="3339792"/>
          <a:ext cx="7306056" cy="0"/>
        </a:xfrm>
        <a:prstGeom prst="line">
          <a:avLst/>
        </a:prstGeom>
        <a:solidFill>
          <a:schemeClr val="accent2">
            <a:hueOff val="-8295206"/>
            <a:satOff val="-16326"/>
            <a:lumOff val="10196"/>
            <a:alphaOff val="0"/>
          </a:schemeClr>
        </a:solidFill>
        <a:ln w="19050" cap="flat" cmpd="sng" algn="ctr">
          <a:solidFill>
            <a:schemeClr val="accent2">
              <a:hueOff val="-8295206"/>
              <a:satOff val="-16326"/>
              <a:lumOff val="1019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1C4253-2D9E-4D2A-AA39-1E1BB629790E}">
      <dsp:nvSpPr>
        <dsp:cNvPr id="0" name=""/>
        <dsp:cNvSpPr/>
      </dsp:nvSpPr>
      <dsp:spPr>
        <a:xfrm>
          <a:off x="0" y="3339792"/>
          <a:ext cx="7306056" cy="834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2300" kern="1200" dirty="0"/>
            <a:t>Spatial awareness (distance judgement) </a:t>
          </a:r>
        </a:p>
      </dsp:txBody>
      <dsp:txXfrm>
        <a:off x="0" y="3339792"/>
        <a:ext cx="7306056" cy="834336"/>
      </dsp:txXfrm>
    </dsp:sp>
    <dsp:sp modelId="{EEB86A20-9C0F-4AB3-8764-8B40F8A5EB09}">
      <dsp:nvSpPr>
        <dsp:cNvPr id="0" name=""/>
        <dsp:cNvSpPr/>
      </dsp:nvSpPr>
      <dsp:spPr>
        <a:xfrm>
          <a:off x="0" y="4174128"/>
          <a:ext cx="7306056" cy="0"/>
        </a:xfrm>
        <a:prstGeom prst="line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accent2">
              <a:hueOff val="-10369007"/>
              <a:satOff val="-20408"/>
              <a:lumOff val="1274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0B5E1E-B87E-479C-9CC8-5203CC3F1E0B}">
      <dsp:nvSpPr>
        <dsp:cNvPr id="0" name=""/>
        <dsp:cNvSpPr/>
      </dsp:nvSpPr>
      <dsp:spPr>
        <a:xfrm>
          <a:off x="0" y="4174128"/>
          <a:ext cx="7306056" cy="834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2300" kern="1200"/>
            <a:t>Aim: To investigate how prolonged VR use affects real-world physical performance </a:t>
          </a:r>
        </a:p>
      </dsp:txBody>
      <dsp:txXfrm>
        <a:off x="0" y="4174128"/>
        <a:ext cx="7306056" cy="8343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F92764-AEF2-4344-A2CF-C8DE718C4838}">
      <dsp:nvSpPr>
        <dsp:cNvPr id="0" name=""/>
        <dsp:cNvSpPr/>
      </dsp:nvSpPr>
      <dsp:spPr>
        <a:xfrm>
          <a:off x="0" y="85625"/>
          <a:ext cx="7306056" cy="9149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2300" kern="1200"/>
            <a:t>Initial topic was too broad (VR in entertainment industry) </a:t>
          </a:r>
        </a:p>
      </dsp:txBody>
      <dsp:txXfrm>
        <a:off x="44664" y="130289"/>
        <a:ext cx="7216728" cy="825612"/>
      </dsp:txXfrm>
    </dsp:sp>
    <dsp:sp modelId="{C3A86B22-9869-4787-9353-C4A520012820}">
      <dsp:nvSpPr>
        <dsp:cNvPr id="0" name=""/>
        <dsp:cNvSpPr/>
      </dsp:nvSpPr>
      <dsp:spPr>
        <a:xfrm>
          <a:off x="0" y="1066805"/>
          <a:ext cx="7306056" cy="9149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2300" kern="1200"/>
            <a:t>Difficulty narrowing focus to a specific research area </a:t>
          </a:r>
        </a:p>
      </dsp:txBody>
      <dsp:txXfrm>
        <a:off x="44664" y="1111469"/>
        <a:ext cx="7216728" cy="825612"/>
      </dsp:txXfrm>
    </dsp:sp>
    <dsp:sp modelId="{F82DDC8C-0B15-4D69-982C-A74EECB8AB75}">
      <dsp:nvSpPr>
        <dsp:cNvPr id="0" name=""/>
        <dsp:cNvSpPr/>
      </dsp:nvSpPr>
      <dsp:spPr>
        <a:xfrm>
          <a:off x="0" y="2047985"/>
          <a:ext cx="7306056" cy="9149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2300" kern="1200"/>
            <a:t>Academic sources were complex and difficult to understand </a:t>
          </a:r>
        </a:p>
      </dsp:txBody>
      <dsp:txXfrm>
        <a:off x="44664" y="2092649"/>
        <a:ext cx="7216728" cy="825612"/>
      </dsp:txXfrm>
    </dsp:sp>
    <dsp:sp modelId="{B419D6D7-C107-4A07-AECD-36E71BDD0289}">
      <dsp:nvSpPr>
        <dsp:cNvPr id="0" name=""/>
        <dsp:cNvSpPr/>
      </dsp:nvSpPr>
      <dsp:spPr>
        <a:xfrm>
          <a:off x="0" y="3029166"/>
          <a:ext cx="7306056" cy="9149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2300" kern="1200"/>
            <a:t>Large number of sources made selection challenging </a:t>
          </a:r>
        </a:p>
      </dsp:txBody>
      <dsp:txXfrm>
        <a:off x="44664" y="3073830"/>
        <a:ext cx="7216728" cy="825612"/>
      </dsp:txXfrm>
    </dsp:sp>
    <dsp:sp modelId="{F0FD0E48-8152-44AD-A457-2C8C9841748A}">
      <dsp:nvSpPr>
        <dsp:cNvPr id="0" name=""/>
        <dsp:cNvSpPr/>
      </dsp:nvSpPr>
      <dsp:spPr>
        <a:xfrm>
          <a:off x="0" y="4010346"/>
          <a:ext cx="7306056" cy="91494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2300" kern="1200"/>
            <a:t>Lack of confidence in forming clear research questions </a:t>
          </a:r>
        </a:p>
      </dsp:txBody>
      <dsp:txXfrm>
        <a:off x="44664" y="4055010"/>
        <a:ext cx="7216728" cy="8256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B7FAE3-A0EC-443B-ADF9-962C53627443}">
      <dsp:nvSpPr>
        <dsp:cNvPr id="0" name=""/>
        <dsp:cNvSpPr/>
      </dsp:nvSpPr>
      <dsp:spPr>
        <a:xfrm>
          <a:off x="0" y="385055"/>
          <a:ext cx="7306056" cy="4797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/>
            <a:t>Initial Questions:</a:t>
          </a:r>
          <a:endParaRPr lang="en-GB" sz="2000" kern="1200"/>
        </a:p>
      </dsp:txBody>
      <dsp:txXfrm>
        <a:off x="23417" y="408472"/>
        <a:ext cx="7259222" cy="432866"/>
      </dsp:txXfrm>
    </dsp:sp>
    <dsp:sp modelId="{00C57E8E-C81E-4511-8F51-F171808D24B2}">
      <dsp:nvSpPr>
        <dsp:cNvPr id="0" name=""/>
        <dsp:cNvSpPr/>
      </dsp:nvSpPr>
      <dsp:spPr>
        <a:xfrm>
          <a:off x="0" y="922356"/>
          <a:ext cx="7306056" cy="479700"/>
        </a:xfrm>
        <a:prstGeom prst="roundRect">
          <a:avLst/>
        </a:prstGeom>
        <a:solidFill>
          <a:schemeClr val="accent5">
            <a:hueOff val="1196486"/>
            <a:satOff val="128"/>
            <a:lumOff val="-24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2000" kern="1200"/>
            <a:t>How has VR developed in the entertainment industry? </a:t>
          </a:r>
        </a:p>
      </dsp:txBody>
      <dsp:txXfrm>
        <a:off x="23417" y="945773"/>
        <a:ext cx="7259222" cy="432866"/>
      </dsp:txXfrm>
    </dsp:sp>
    <dsp:sp modelId="{C666BF89-77CC-4F31-A693-22B1925FAC08}">
      <dsp:nvSpPr>
        <dsp:cNvPr id="0" name=""/>
        <dsp:cNvSpPr/>
      </dsp:nvSpPr>
      <dsp:spPr>
        <a:xfrm>
          <a:off x="0" y="1459656"/>
          <a:ext cx="7306056" cy="479700"/>
        </a:xfrm>
        <a:prstGeom prst="roundRect">
          <a:avLst/>
        </a:prstGeom>
        <a:solidFill>
          <a:schemeClr val="accent5">
            <a:hueOff val="2392972"/>
            <a:satOff val="256"/>
            <a:lumOff val="-493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2000" kern="1200"/>
            <a:t>What factors contributed to its popularity? </a:t>
          </a:r>
        </a:p>
      </dsp:txBody>
      <dsp:txXfrm>
        <a:off x="23417" y="1483073"/>
        <a:ext cx="7259222" cy="432866"/>
      </dsp:txXfrm>
    </dsp:sp>
    <dsp:sp modelId="{4F0AB6E3-EB30-4980-95E9-302EEF4F3221}">
      <dsp:nvSpPr>
        <dsp:cNvPr id="0" name=""/>
        <dsp:cNvSpPr/>
      </dsp:nvSpPr>
      <dsp:spPr>
        <a:xfrm>
          <a:off x="0" y="1996956"/>
          <a:ext cx="7306056" cy="479700"/>
        </a:xfrm>
        <a:prstGeom prst="roundRect">
          <a:avLst/>
        </a:prstGeom>
        <a:solidFill>
          <a:schemeClr val="accent5">
            <a:hueOff val="3589458"/>
            <a:satOff val="384"/>
            <a:lumOff val="-739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/>
            <a:t>Final Questions:</a:t>
          </a:r>
          <a:endParaRPr lang="en-GB" sz="2000" kern="1200"/>
        </a:p>
      </dsp:txBody>
      <dsp:txXfrm>
        <a:off x="23417" y="2020373"/>
        <a:ext cx="7259222" cy="432866"/>
      </dsp:txXfrm>
    </dsp:sp>
    <dsp:sp modelId="{AC5C9BB4-153E-413F-BFCD-F6271640AC1C}">
      <dsp:nvSpPr>
        <dsp:cNvPr id="0" name=""/>
        <dsp:cNvSpPr/>
      </dsp:nvSpPr>
      <dsp:spPr>
        <a:xfrm>
          <a:off x="0" y="2534256"/>
          <a:ext cx="7306056" cy="479700"/>
        </a:xfrm>
        <a:prstGeom prst="roundRect">
          <a:avLst/>
        </a:prstGeom>
        <a:solidFill>
          <a:schemeClr val="accent5">
            <a:hueOff val="4785944"/>
            <a:satOff val="513"/>
            <a:lumOff val="-98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2000" kern="1200"/>
            <a:t>To what extent does prolonged VR use affect postural stability? </a:t>
          </a:r>
        </a:p>
      </dsp:txBody>
      <dsp:txXfrm>
        <a:off x="23417" y="2557673"/>
        <a:ext cx="7259222" cy="432866"/>
      </dsp:txXfrm>
    </dsp:sp>
    <dsp:sp modelId="{8846FAC8-7F2D-4552-8D29-F1C6048EACC3}">
      <dsp:nvSpPr>
        <dsp:cNvPr id="0" name=""/>
        <dsp:cNvSpPr/>
      </dsp:nvSpPr>
      <dsp:spPr>
        <a:xfrm>
          <a:off x="0" y="3071556"/>
          <a:ext cx="7306056" cy="479700"/>
        </a:xfrm>
        <a:prstGeom prst="roundRect">
          <a:avLst/>
        </a:prstGeom>
        <a:solidFill>
          <a:schemeClr val="accent5">
            <a:hueOff val="5982431"/>
            <a:satOff val="641"/>
            <a:lumOff val="-1232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2000" kern="1200"/>
            <a:t>How does VR affect spatial awareness and distance judgement? </a:t>
          </a:r>
        </a:p>
      </dsp:txBody>
      <dsp:txXfrm>
        <a:off x="23417" y="3094973"/>
        <a:ext cx="7259222" cy="432866"/>
      </dsp:txXfrm>
    </dsp:sp>
    <dsp:sp modelId="{764A1D3A-2F58-419E-B42E-944B3FFFF392}">
      <dsp:nvSpPr>
        <dsp:cNvPr id="0" name=""/>
        <dsp:cNvSpPr/>
      </dsp:nvSpPr>
      <dsp:spPr>
        <a:xfrm>
          <a:off x="0" y="3608856"/>
          <a:ext cx="7306056" cy="479700"/>
        </a:xfrm>
        <a:prstGeom prst="roundRect">
          <a:avLst/>
        </a:prstGeom>
        <a:solidFill>
          <a:schemeClr val="accent5">
            <a:hueOff val="7178916"/>
            <a:satOff val="769"/>
            <a:lumOff val="-1479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2000" kern="1200"/>
            <a:t>Do experienced users show fewer effects than first-time users? </a:t>
          </a:r>
        </a:p>
      </dsp:txBody>
      <dsp:txXfrm>
        <a:off x="23417" y="3632273"/>
        <a:ext cx="7259222" cy="432866"/>
      </dsp:txXfrm>
    </dsp:sp>
    <dsp:sp modelId="{C0CB5753-B2C1-4349-8CB6-AA644F962714}">
      <dsp:nvSpPr>
        <dsp:cNvPr id="0" name=""/>
        <dsp:cNvSpPr/>
      </dsp:nvSpPr>
      <dsp:spPr>
        <a:xfrm>
          <a:off x="0" y="4146156"/>
          <a:ext cx="7306056" cy="479700"/>
        </a:xfrm>
        <a:prstGeom prst="roundRect">
          <a:avLst/>
        </a:prstGeom>
        <a:solidFill>
          <a:schemeClr val="accent5">
            <a:hueOff val="8375403"/>
            <a:satOff val="897"/>
            <a:lumOff val="-1725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2000" kern="1200"/>
            <a:t>Focus refined from general VR growth to physiological effects </a:t>
          </a:r>
        </a:p>
      </dsp:txBody>
      <dsp:txXfrm>
        <a:off x="23417" y="4169573"/>
        <a:ext cx="7259222" cy="43286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785B6F-26FB-4BA0-B9CD-CACBB0BB2CF7}">
      <dsp:nvSpPr>
        <dsp:cNvPr id="0" name=""/>
        <dsp:cNvSpPr/>
      </dsp:nvSpPr>
      <dsp:spPr>
        <a:xfrm>
          <a:off x="0" y="0"/>
          <a:ext cx="730605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D3E5F4-8C8D-4A6D-A7D7-9BC6399936CC}">
      <dsp:nvSpPr>
        <dsp:cNvPr id="0" name=""/>
        <dsp:cNvSpPr/>
      </dsp:nvSpPr>
      <dsp:spPr>
        <a:xfrm>
          <a:off x="0" y="0"/>
          <a:ext cx="1461211" cy="1252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600" kern="1200" dirty="0"/>
            <a:t>Research conducted using secondary sources </a:t>
          </a:r>
        </a:p>
      </dsp:txBody>
      <dsp:txXfrm>
        <a:off x="0" y="0"/>
        <a:ext cx="1461211" cy="1252727"/>
      </dsp:txXfrm>
    </dsp:sp>
    <dsp:sp modelId="{41DD4899-E589-44E2-B64D-FB25B5CB33E8}">
      <dsp:nvSpPr>
        <dsp:cNvPr id="0" name=""/>
        <dsp:cNvSpPr/>
      </dsp:nvSpPr>
      <dsp:spPr>
        <a:xfrm>
          <a:off x="0" y="1252728"/>
          <a:ext cx="7306056" cy="0"/>
        </a:xfrm>
        <a:prstGeom prst="line">
          <a:avLst/>
        </a:prstGeom>
        <a:solidFill>
          <a:schemeClr val="accent2">
            <a:hueOff val="-3456336"/>
            <a:satOff val="-6803"/>
            <a:lumOff val="4248"/>
            <a:alphaOff val="0"/>
          </a:schemeClr>
        </a:solidFill>
        <a:ln w="19050" cap="flat" cmpd="sng" algn="ctr">
          <a:solidFill>
            <a:schemeClr val="accent2">
              <a:hueOff val="-3456336"/>
              <a:satOff val="-6803"/>
              <a:lumOff val="424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836227-D252-469E-8882-009A64D330B0}">
      <dsp:nvSpPr>
        <dsp:cNvPr id="0" name=""/>
        <dsp:cNvSpPr/>
      </dsp:nvSpPr>
      <dsp:spPr>
        <a:xfrm>
          <a:off x="0" y="1252727"/>
          <a:ext cx="1461211" cy="1252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600" kern="1200"/>
            <a:t>Main tools: </a:t>
          </a:r>
        </a:p>
      </dsp:txBody>
      <dsp:txXfrm>
        <a:off x="0" y="1252727"/>
        <a:ext cx="1461211" cy="1252727"/>
      </dsp:txXfrm>
    </dsp:sp>
    <dsp:sp modelId="{7D3A477B-0A2D-47DE-BE03-44827634D0F3}">
      <dsp:nvSpPr>
        <dsp:cNvPr id="0" name=""/>
        <dsp:cNvSpPr/>
      </dsp:nvSpPr>
      <dsp:spPr>
        <a:xfrm>
          <a:off x="1570802" y="1281844"/>
          <a:ext cx="5735253" cy="5823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300" kern="1200"/>
            <a:t>Google Scholar </a:t>
          </a:r>
        </a:p>
      </dsp:txBody>
      <dsp:txXfrm>
        <a:off x="1570802" y="1281844"/>
        <a:ext cx="5735253" cy="582322"/>
      </dsp:txXfrm>
    </dsp:sp>
    <dsp:sp modelId="{A5582FDB-68A9-4096-85FB-F0B6524B6FBF}">
      <dsp:nvSpPr>
        <dsp:cNvPr id="0" name=""/>
        <dsp:cNvSpPr/>
      </dsp:nvSpPr>
      <dsp:spPr>
        <a:xfrm>
          <a:off x="1461211" y="1864166"/>
          <a:ext cx="584484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437BB5-2049-4BF5-91AE-D12BE8B7B117}">
      <dsp:nvSpPr>
        <dsp:cNvPr id="0" name=""/>
        <dsp:cNvSpPr/>
      </dsp:nvSpPr>
      <dsp:spPr>
        <a:xfrm>
          <a:off x="1570802" y="1893283"/>
          <a:ext cx="5735253" cy="5823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300" kern="1200"/>
            <a:t>Academic journals </a:t>
          </a:r>
        </a:p>
      </dsp:txBody>
      <dsp:txXfrm>
        <a:off x="1570802" y="1893283"/>
        <a:ext cx="5735253" cy="582322"/>
      </dsp:txXfrm>
    </dsp:sp>
    <dsp:sp modelId="{FE41D89F-E2FB-464B-BDEB-8282889966CD}">
      <dsp:nvSpPr>
        <dsp:cNvPr id="0" name=""/>
        <dsp:cNvSpPr/>
      </dsp:nvSpPr>
      <dsp:spPr>
        <a:xfrm>
          <a:off x="1461211" y="2475605"/>
          <a:ext cx="584484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A2F20F-FCEA-4559-849C-C90F62DE43A3}">
      <dsp:nvSpPr>
        <dsp:cNvPr id="0" name=""/>
        <dsp:cNvSpPr/>
      </dsp:nvSpPr>
      <dsp:spPr>
        <a:xfrm>
          <a:off x="0" y="2505456"/>
          <a:ext cx="7306056" cy="0"/>
        </a:xfrm>
        <a:prstGeom prst="line">
          <a:avLst/>
        </a:prstGeom>
        <a:solidFill>
          <a:schemeClr val="accent2">
            <a:hueOff val="-6912672"/>
            <a:satOff val="-13605"/>
            <a:lumOff val="8497"/>
            <a:alphaOff val="0"/>
          </a:schemeClr>
        </a:solidFill>
        <a:ln w="19050" cap="flat" cmpd="sng" algn="ctr">
          <a:solidFill>
            <a:schemeClr val="accent2">
              <a:hueOff val="-6912672"/>
              <a:satOff val="-13605"/>
              <a:lumOff val="849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54ADF3-8CFE-44C8-B16A-AAFF44413F42}">
      <dsp:nvSpPr>
        <dsp:cNvPr id="0" name=""/>
        <dsp:cNvSpPr/>
      </dsp:nvSpPr>
      <dsp:spPr>
        <a:xfrm>
          <a:off x="0" y="2505455"/>
          <a:ext cx="1461211" cy="1252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600" kern="1200"/>
            <a:t>Key search terms: </a:t>
          </a:r>
        </a:p>
      </dsp:txBody>
      <dsp:txXfrm>
        <a:off x="0" y="2505455"/>
        <a:ext cx="1461211" cy="1252727"/>
      </dsp:txXfrm>
    </dsp:sp>
    <dsp:sp modelId="{8DEB1C1C-46DF-4250-AA37-DAEF54FB0353}">
      <dsp:nvSpPr>
        <dsp:cNvPr id="0" name=""/>
        <dsp:cNvSpPr/>
      </dsp:nvSpPr>
      <dsp:spPr>
        <a:xfrm>
          <a:off x="1570802" y="2520182"/>
          <a:ext cx="5735253" cy="2945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300" kern="1200"/>
            <a:t>Virtual reality </a:t>
          </a:r>
        </a:p>
      </dsp:txBody>
      <dsp:txXfrm>
        <a:off x="1570802" y="2520182"/>
        <a:ext cx="5735253" cy="294525"/>
      </dsp:txXfrm>
    </dsp:sp>
    <dsp:sp modelId="{87BD9F92-394E-438F-A320-D19A92B2B306}">
      <dsp:nvSpPr>
        <dsp:cNvPr id="0" name=""/>
        <dsp:cNvSpPr/>
      </dsp:nvSpPr>
      <dsp:spPr>
        <a:xfrm>
          <a:off x="1461211" y="2814707"/>
          <a:ext cx="584484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4BFA21-F8F7-4D55-B57C-A8ED6459E8AA}">
      <dsp:nvSpPr>
        <dsp:cNvPr id="0" name=""/>
        <dsp:cNvSpPr/>
      </dsp:nvSpPr>
      <dsp:spPr>
        <a:xfrm>
          <a:off x="1570802" y="2829434"/>
          <a:ext cx="5735253" cy="2945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300" kern="1200"/>
            <a:t>Postural stability </a:t>
          </a:r>
        </a:p>
      </dsp:txBody>
      <dsp:txXfrm>
        <a:off x="1570802" y="2829434"/>
        <a:ext cx="5735253" cy="294525"/>
      </dsp:txXfrm>
    </dsp:sp>
    <dsp:sp modelId="{9E225C23-7AE5-4C06-A502-17A3BF6F918B}">
      <dsp:nvSpPr>
        <dsp:cNvPr id="0" name=""/>
        <dsp:cNvSpPr/>
      </dsp:nvSpPr>
      <dsp:spPr>
        <a:xfrm>
          <a:off x="1461211" y="3123959"/>
          <a:ext cx="584484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99B707-CEA4-4997-BA0E-07BCE82D9A8A}">
      <dsp:nvSpPr>
        <dsp:cNvPr id="0" name=""/>
        <dsp:cNvSpPr/>
      </dsp:nvSpPr>
      <dsp:spPr>
        <a:xfrm>
          <a:off x="1570802" y="3138686"/>
          <a:ext cx="5735253" cy="2945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300" kern="1200"/>
            <a:t>Spatial awareness </a:t>
          </a:r>
        </a:p>
      </dsp:txBody>
      <dsp:txXfrm>
        <a:off x="1570802" y="3138686"/>
        <a:ext cx="5735253" cy="294525"/>
      </dsp:txXfrm>
    </dsp:sp>
    <dsp:sp modelId="{0CE20C7E-AA9C-4038-9A6A-564F9E7D067B}">
      <dsp:nvSpPr>
        <dsp:cNvPr id="0" name=""/>
        <dsp:cNvSpPr/>
      </dsp:nvSpPr>
      <dsp:spPr>
        <a:xfrm>
          <a:off x="1461211" y="3433211"/>
          <a:ext cx="584484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30D409-672A-4888-96D7-6232CBD9AB38}">
      <dsp:nvSpPr>
        <dsp:cNvPr id="0" name=""/>
        <dsp:cNvSpPr/>
      </dsp:nvSpPr>
      <dsp:spPr>
        <a:xfrm>
          <a:off x="1570802" y="3447938"/>
          <a:ext cx="5735253" cy="2945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300" kern="1200"/>
            <a:t>Cybersickness </a:t>
          </a:r>
        </a:p>
      </dsp:txBody>
      <dsp:txXfrm>
        <a:off x="1570802" y="3447938"/>
        <a:ext cx="5735253" cy="294525"/>
      </dsp:txXfrm>
    </dsp:sp>
    <dsp:sp modelId="{1F356FF4-3306-45CE-BC23-D75E0088AC8E}">
      <dsp:nvSpPr>
        <dsp:cNvPr id="0" name=""/>
        <dsp:cNvSpPr/>
      </dsp:nvSpPr>
      <dsp:spPr>
        <a:xfrm>
          <a:off x="1461211" y="3742463"/>
          <a:ext cx="584484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80B7C9-32BB-4007-A415-83568190C448}">
      <dsp:nvSpPr>
        <dsp:cNvPr id="0" name=""/>
        <dsp:cNvSpPr/>
      </dsp:nvSpPr>
      <dsp:spPr>
        <a:xfrm>
          <a:off x="0" y="3758184"/>
          <a:ext cx="7306056" cy="0"/>
        </a:xfrm>
        <a:prstGeom prst="line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accent2">
              <a:hueOff val="-10369007"/>
              <a:satOff val="-20408"/>
              <a:lumOff val="1274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180E42-F9A2-4C45-A0F4-2E4F5F2D7882}">
      <dsp:nvSpPr>
        <dsp:cNvPr id="0" name=""/>
        <dsp:cNvSpPr/>
      </dsp:nvSpPr>
      <dsp:spPr>
        <a:xfrm>
          <a:off x="0" y="3758183"/>
          <a:ext cx="1461211" cy="1252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600" kern="1200"/>
            <a:t>Sources selected based on: </a:t>
          </a:r>
        </a:p>
      </dsp:txBody>
      <dsp:txXfrm>
        <a:off x="0" y="3758183"/>
        <a:ext cx="1461211" cy="1252727"/>
      </dsp:txXfrm>
    </dsp:sp>
    <dsp:sp modelId="{3924F999-607E-4902-898E-F99E22B46925}">
      <dsp:nvSpPr>
        <dsp:cNvPr id="0" name=""/>
        <dsp:cNvSpPr/>
      </dsp:nvSpPr>
      <dsp:spPr>
        <a:xfrm>
          <a:off x="1570802" y="3777757"/>
          <a:ext cx="5735253" cy="391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300" kern="1200"/>
            <a:t>Relevance </a:t>
          </a:r>
        </a:p>
      </dsp:txBody>
      <dsp:txXfrm>
        <a:off x="1570802" y="3777757"/>
        <a:ext cx="5735253" cy="391477"/>
      </dsp:txXfrm>
    </dsp:sp>
    <dsp:sp modelId="{A32B0204-3967-45F5-BFA6-C2FDD18B66DF}">
      <dsp:nvSpPr>
        <dsp:cNvPr id="0" name=""/>
        <dsp:cNvSpPr/>
      </dsp:nvSpPr>
      <dsp:spPr>
        <a:xfrm>
          <a:off x="1461211" y="4169235"/>
          <a:ext cx="584484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C5A578-862E-4D70-BAF0-67C399666E2A}">
      <dsp:nvSpPr>
        <dsp:cNvPr id="0" name=""/>
        <dsp:cNvSpPr/>
      </dsp:nvSpPr>
      <dsp:spPr>
        <a:xfrm>
          <a:off x="1570802" y="4188809"/>
          <a:ext cx="5735253" cy="391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300" kern="1200"/>
            <a:t>Reliability </a:t>
          </a:r>
        </a:p>
      </dsp:txBody>
      <dsp:txXfrm>
        <a:off x="1570802" y="4188809"/>
        <a:ext cx="5735253" cy="391477"/>
      </dsp:txXfrm>
    </dsp:sp>
    <dsp:sp modelId="{A06CB159-88FB-4371-8E5B-9BA04A36A744}">
      <dsp:nvSpPr>
        <dsp:cNvPr id="0" name=""/>
        <dsp:cNvSpPr/>
      </dsp:nvSpPr>
      <dsp:spPr>
        <a:xfrm>
          <a:off x="1461211" y="4580286"/>
          <a:ext cx="584484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965FDD-EA01-4A85-A9DA-2A9FDA7345DE}">
      <dsp:nvSpPr>
        <dsp:cNvPr id="0" name=""/>
        <dsp:cNvSpPr/>
      </dsp:nvSpPr>
      <dsp:spPr>
        <a:xfrm>
          <a:off x="1570802" y="4599860"/>
          <a:ext cx="5735253" cy="391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300" kern="1200"/>
            <a:t>Recency </a:t>
          </a:r>
        </a:p>
      </dsp:txBody>
      <dsp:txXfrm>
        <a:off x="1570802" y="4599860"/>
        <a:ext cx="5735253" cy="391477"/>
      </dsp:txXfrm>
    </dsp:sp>
    <dsp:sp modelId="{27BB350C-2B63-42AE-AFE2-7233A5AF340C}">
      <dsp:nvSpPr>
        <dsp:cNvPr id="0" name=""/>
        <dsp:cNvSpPr/>
      </dsp:nvSpPr>
      <dsp:spPr>
        <a:xfrm>
          <a:off x="1461211" y="4991338"/>
          <a:ext cx="584484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957441-AA98-4724-BA4D-B9EF09F2B0D3}">
      <dsp:nvSpPr>
        <dsp:cNvPr id="0" name=""/>
        <dsp:cNvSpPr/>
      </dsp:nvSpPr>
      <dsp:spPr>
        <a:xfrm>
          <a:off x="0" y="2079"/>
          <a:ext cx="7306056" cy="10540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DF5010-2D5C-4847-8914-1C1429F225C8}">
      <dsp:nvSpPr>
        <dsp:cNvPr id="0" name=""/>
        <dsp:cNvSpPr/>
      </dsp:nvSpPr>
      <dsp:spPr>
        <a:xfrm>
          <a:off x="318851" y="239241"/>
          <a:ext cx="579729" cy="57972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86F6C8-C4C0-4408-AC74-5CFBA0A33B4E}">
      <dsp:nvSpPr>
        <dsp:cNvPr id="0" name=""/>
        <dsp:cNvSpPr/>
      </dsp:nvSpPr>
      <dsp:spPr>
        <a:xfrm>
          <a:off x="1217431" y="2079"/>
          <a:ext cx="6088624" cy="10540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554" tIns="111554" rIns="111554" bIns="11155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Academic journals were the most reliable sources </a:t>
          </a:r>
          <a:endParaRPr lang="en-US" sz="2200" kern="1200" dirty="0"/>
        </a:p>
      </dsp:txBody>
      <dsp:txXfrm>
        <a:off x="1217431" y="2079"/>
        <a:ext cx="6088624" cy="1054053"/>
      </dsp:txXfrm>
    </dsp:sp>
    <dsp:sp modelId="{93EDDF7F-423D-4403-94D4-A50D3FAE7032}">
      <dsp:nvSpPr>
        <dsp:cNvPr id="0" name=""/>
        <dsp:cNvSpPr/>
      </dsp:nvSpPr>
      <dsp:spPr>
        <a:xfrm>
          <a:off x="0" y="1319646"/>
          <a:ext cx="7306056" cy="10540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7ABDF9-3CB1-4159-9042-3BAEAAF2DD24}">
      <dsp:nvSpPr>
        <dsp:cNvPr id="0" name=""/>
        <dsp:cNvSpPr/>
      </dsp:nvSpPr>
      <dsp:spPr>
        <a:xfrm>
          <a:off x="318851" y="1556808"/>
          <a:ext cx="579729" cy="57972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9FC030-0A42-4BB9-B38A-9B0DDAB8CBD6}">
      <dsp:nvSpPr>
        <dsp:cNvPr id="0" name=""/>
        <dsp:cNvSpPr/>
      </dsp:nvSpPr>
      <dsp:spPr>
        <a:xfrm>
          <a:off x="1217431" y="1319646"/>
          <a:ext cx="3287725" cy="10540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554" tIns="111554" rIns="111554" bIns="11155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Key source: </a:t>
          </a:r>
        </a:p>
      </dsp:txBody>
      <dsp:txXfrm>
        <a:off x="1217431" y="1319646"/>
        <a:ext cx="3287725" cy="1054053"/>
      </dsp:txXfrm>
    </dsp:sp>
    <dsp:sp modelId="{A9DD5F98-75A3-4A54-88B1-63D9397A242D}">
      <dsp:nvSpPr>
        <dsp:cNvPr id="0" name=""/>
        <dsp:cNvSpPr/>
      </dsp:nvSpPr>
      <dsp:spPr>
        <a:xfrm>
          <a:off x="4505156" y="1319646"/>
          <a:ext cx="2800899" cy="10540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554" tIns="111554" rIns="111554" bIns="11155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Stanney et al. (2020) on cybersickness and VR effects </a:t>
          </a:r>
        </a:p>
      </dsp:txBody>
      <dsp:txXfrm>
        <a:off x="4505156" y="1319646"/>
        <a:ext cx="2800899" cy="1054053"/>
      </dsp:txXfrm>
    </dsp:sp>
    <dsp:sp modelId="{3739BC4D-DF8A-4878-B4A5-DA29B839C8E8}">
      <dsp:nvSpPr>
        <dsp:cNvPr id="0" name=""/>
        <dsp:cNvSpPr/>
      </dsp:nvSpPr>
      <dsp:spPr>
        <a:xfrm>
          <a:off x="0" y="2637212"/>
          <a:ext cx="7306056" cy="10540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4F9F2D-C70E-46C2-91FB-51373A6FBAD1}">
      <dsp:nvSpPr>
        <dsp:cNvPr id="0" name=""/>
        <dsp:cNvSpPr/>
      </dsp:nvSpPr>
      <dsp:spPr>
        <a:xfrm>
          <a:off x="318851" y="2874374"/>
          <a:ext cx="579729" cy="57972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F9EDB1-8B9A-4FC8-BBCF-A404C07FDFFD}">
      <dsp:nvSpPr>
        <dsp:cNvPr id="0" name=""/>
        <dsp:cNvSpPr/>
      </dsp:nvSpPr>
      <dsp:spPr>
        <a:xfrm>
          <a:off x="1217431" y="2637212"/>
          <a:ext cx="3287725" cy="10540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554" tIns="111554" rIns="111554" bIns="11155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Sources provided: </a:t>
          </a:r>
        </a:p>
      </dsp:txBody>
      <dsp:txXfrm>
        <a:off x="1217431" y="2637212"/>
        <a:ext cx="3287725" cy="1054053"/>
      </dsp:txXfrm>
    </dsp:sp>
    <dsp:sp modelId="{74881001-B187-410D-A0BD-5615D0453EBA}">
      <dsp:nvSpPr>
        <dsp:cNvPr id="0" name=""/>
        <dsp:cNvSpPr/>
      </dsp:nvSpPr>
      <dsp:spPr>
        <a:xfrm>
          <a:off x="4505156" y="2637212"/>
          <a:ext cx="2800899" cy="10540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554" tIns="111554" rIns="111554" bIns="11155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Scientific data 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Experimental evidence </a:t>
          </a:r>
        </a:p>
      </dsp:txBody>
      <dsp:txXfrm>
        <a:off x="4505156" y="2637212"/>
        <a:ext cx="2800899" cy="1054053"/>
      </dsp:txXfrm>
    </dsp:sp>
    <dsp:sp modelId="{99F032A5-A07D-43F0-B950-1FC1E22B9BD8}">
      <dsp:nvSpPr>
        <dsp:cNvPr id="0" name=""/>
        <dsp:cNvSpPr/>
      </dsp:nvSpPr>
      <dsp:spPr>
        <a:xfrm>
          <a:off x="0" y="3954779"/>
          <a:ext cx="7306056" cy="10540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968C22-4EB1-4C0E-8F8D-12A508841897}">
      <dsp:nvSpPr>
        <dsp:cNvPr id="0" name=""/>
        <dsp:cNvSpPr/>
      </dsp:nvSpPr>
      <dsp:spPr>
        <a:xfrm>
          <a:off x="318851" y="4191941"/>
          <a:ext cx="579729" cy="57972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A77618-27AF-48EB-A9A7-912A3125515F}">
      <dsp:nvSpPr>
        <dsp:cNvPr id="0" name=""/>
        <dsp:cNvSpPr/>
      </dsp:nvSpPr>
      <dsp:spPr>
        <a:xfrm>
          <a:off x="1217431" y="3954779"/>
          <a:ext cx="3287725" cy="10540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554" tIns="111554" rIns="111554" bIns="11155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Limitations: </a:t>
          </a:r>
        </a:p>
      </dsp:txBody>
      <dsp:txXfrm>
        <a:off x="1217431" y="3954779"/>
        <a:ext cx="3287725" cy="1054053"/>
      </dsp:txXfrm>
    </dsp:sp>
    <dsp:sp modelId="{89AEF7DD-CC33-45C9-A8BC-A3184C6147BF}">
      <dsp:nvSpPr>
        <dsp:cNvPr id="0" name=""/>
        <dsp:cNvSpPr/>
      </dsp:nvSpPr>
      <dsp:spPr>
        <a:xfrm>
          <a:off x="4505156" y="3954779"/>
          <a:ext cx="2800899" cy="10540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554" tIns="111554" rIns="111554" bIns="11155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Complex language 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Required careful analysis and paraphrasing </a:t>
          </a:r>
        </a:p>
      </dsp:txBody>
      <dsp:txXfrm>
        <a:off x="4505156" y="3954779"/>
        <a:ext cx="2800899" cy="105405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D85D02-3617-4015-8A7E-1A7EF4F6F2D6}">
      <dsp:nvSpPr>
        <dsp:cNvPr id="0" name=""/>
        <dsp:cNvSpPr/>
      </dsp:nvSpPr>
      <dsp:spPr>
        <a:xfrm>
          <a:off x="0" y="611"/>
          <a:ext cx="7306056" cy="51381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345295-3D36-4FA2-ACD5-20D05FF272FB}">
      <dsp:nvSpPr>
        <dsp:cNvPr id="0" name=""/>
        <dsp:cNvSpPr/>
      </dsp:nvSpPr>
      <dsp:spPr>
        <a:xfrm>
          <a:off x="155428" y="116219"/>
          <a:ext cx="282597" cy="2825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B0D87B-3A39-413A-AFB1-325DECF72E52}">
      <dsp:nvSpPr>
        <dsp:cNvPr id="0" name=""/>
        <dsp:cNvSpPr/>
      </dsp:nvSpPr>
      <dsp:spPr>
        <a:xfrm>
          <a:off x="593455" y="611"/>
          <a:ext cx="6712600" cy="513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379" tIns="54379" rIns="54379" bIns="5437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Prolonged VR use reduces postural stability </a:t>
          </a:r>
        </a:p>
      </dsp:txBody>
      <dsp:txXfrm>
        <a:off x="593455" y="611"/>
        <a:ext cx="6712600" cy="513814"/>
      </dsp:txXfrm>
    </dsp:sp>
    <dsp:sp modelId="{E1BE4724-2200-4B4B-92BE-15E1D26ED950}">
      <dsp:nvSpPr>
        <dsp:cNvPr id="0" name=""/>
        <dsp:cNvSpPr/>
      </dsp:nvSpPr>
      <dsp:spPr>
        <a:xfrm>
          <a:off x="0" y="642879"/>
          <a:ext cx="7306056" cy="51381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6835AF-74CF-4BFC-B572-645359E08B3C}">
      <dsp:nvSpPr>
        <dsp:cNvPr id="0" name=""/>
        <dsp:cNvSpPr/>
      </dsp:nvSpPr>
      <dsp:spPr>
        <a:xfrm>
          <a:off x="155428" y="758487"/>
          <a:ext cx="282597" cy="2825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BE62BE-A5AC-4F75-9402-A40C98FACBD0}">
      <dsp:nvSpPr>
        <dsp:cNvPr id="0" name=""/>
        <dsp:cNvSpPr/>
      </dsp:nvSpPr>
      <dsp:spPr>
        <a:xfrm>
          <a:off x="593455" y="642879"/>
          <a:ext cx="6712600" cy="513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379" tIns="54379" rIns="54379" bIns="5437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Caused by sensory conflict between: </a:t>
          </a:r>
        </a:p>
      </dsp:txBody>
      <dsp:txXfrm>
        <a:off x="593455" y="642879"/>
        <a:ext cx="6712600" cy="513814"/>
      </dsp:txXfrm>
    </dsp:sp>
    <dsp:sp modelId="{292DCE95-3B00-47EC-8BCB-514A493B2CF9}">
      <dsp:nvSpPr>
        <dsp:cNvPr id="0" name=""/>
        <dsp:cNvSpPr/>
      </dsp:nvSpPr>
      <dsp:spPr>
        <a:xfrm>
          <a:off x="0" y="1285147"/>
          <a:ext cx="7306056" cy="51381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8E2CDD-C9B3-4872-B1E0-32230284CE71}">
      <dsp:nvSpPr>
        <dsp:cNvPr id="0" name=""/>
        <dsp:cNvSpPr/>
      </dsp:nvSpPr>
      <dsp:spPr>
        <a:xfrm>
          <a:off x="155428" y="1400755"/>
          <a:ext cx="282597" cy="2825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6FB38F-C0AF-4E4B-9BA3-2DB3FE94FA81}">
      <dsp:nvSpPr>
        <dsp:cNvPr id="0" name=""/>
        <dsp:cNvSpPr/>
      </dsp:nvSpPr>
      <dsp:spPr>
        <a:xfrm>
          <a:off x="593455" y="1285147"/>
          <a:ext cx="6712600" cy="513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379" tIns="54379" rIns="54379" bIns="5437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Visual input </a:t>
          </a:r>
        </a:p>
      </dsp:txBody>
      <dsp:txXfrm>
        <a:off x="593455" y="1285147"/>
        <a:ext cx="6712600" cy="513814"/>
      </dsp:txXfrm>
    </dsp:sp>
    <dsp:sp modelId="{5C8B7958-FE53-4B99-9625-628EBB568237}">
      <dsp:nvSpPr>
        <dsp:cNvPr id="0" name=""/>
        <dsp:cNvSpPr/>
      </dsp:nvSpPr>
      <dsp:spPr>
        <a:xfrm>
          <a:off x="0" y="1927415"/>
          <a:ext cx="7306056" cy="51381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BC4D70-4C38-4715-AC41-3A4495B30E0F}">
      <dsp:nvSpPr>
        <dsp:cNvPr id="0" name=""/>
        <dsp:cNvSpPr/>
      </dsp:nvSpPr>
      <dsp:spPr>
        <a:xfrm>
          <a:off x="155428" y="2043023"/>
          <a:ext cx="282597" cy="2825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69865F-CD3E-4B57-8CFE-A3A93B220A55}">
      <dsp:nvSpPr>
        <dsp:cNvPr id="0" name=""/>
        <dsp:cNvSpPr/>
      </dsp:nvSpPr>
      <dsp:spPr>
        <a:xfrm>
          <a:off x="593455" y="1927415"/>
          <a:ext cx="6712600" cy="513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379" tIns="54379" rIns="54379" bIns="5437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Physical movement </a:t>
          </a:r>
        </a:p>
      </dsp:txBody>
      <dsp:txXfrm>
        <a:off x="593455" y="1927415"/>
        <a:ext cx="6712600" cy="513814"/>
      </dsp:txXfrm>
    </dsp:sp>
    <dsp:sp modelId="{AE9FE2C7-C491-4FAB-A1A3-4ED1E4712938}">
      <dsp:nvSpPr>
        <dsp:cNvPr id="0" name=""/>
        <dsp:cNvSpPr/>
      </dsp:nvSpPr>
      <dsp:spPr>
        <a:xfrm>
          <a:off x="0" y="2569682"/>
          <a:ext cx="7306056" cy="51381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EA8147-FF45-4D82-8B90-56D9D6936ABA}">
      <dsp:nvSpPr>
        <dsp:cNvPr id="0" name=""/>
        <dsp:cNvSpPr/>
      </dsp:nvSpPr>
      <dsp:spPr>
        <a:xfrm>
          <a:off x="155428" y="2685290"/>
          <a:ext cx="282597" cy="2825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6CA33D-F2B9-4354-8C59-1DF4001031E0}">
      <dsp:nvSpPr>
        <dsp:cNvPr id="0" name=""/>
        <dsp:cNvSpPr/>
      </dsp:nvSpPr>
      <dsp:spPr>
        <a:xfrm>
          <a:off x="593455" y="2569682"/>
          <a:ext cx="6712600" cy="513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379" tIns="54379" rIns="54379" bIns="5437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Users may experience: </a:t>
          </a:r>
        </a:p>
      </dsp:txBody>
      <dsp:txXfrm>
        <a:off x="593455" y="2569682"/>
        <a:ext cx="6712600" cy="513814"/>
      </dsp:txXfrm>
    </dsp:sp>
    <dsp:sp modelId="{25FE2DBA-DBF9-4D59-BE6D-EE8AFC969396}">
      <dsp:nvSpPr>
        <dsp:cNvPr id="0" name=""/>
        <dsp:cNvSpPr/>
      </dsp:nvSpPr>
      <dsp:spPr>
        <a:xfrm>
          <a:off x="0" y="3211950"/>
          <a:ext cx="7306056" cy="51381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5E2270-1070-46CF-BEBD-A3049C9861AF}">
      <dsp:nvSpPr>
        <dsp:cNvPr id="0" name=""/>
        <dsp:cNvSpPr/>
      </dsp:nvSpPr>
      <dsp:spPr>
        <a:xfrm>
          <a:off x="155428" y="3327558"/>
          <a:ext cx="282597" cy="2825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F899C9-D8FA-4DB4-BC6C-7A349ADBB0DE}">
      <dsp:nvSpPr>
        <dsp:cNvPr id="0" name=""/>
        <dsp:cNvSpPr/>
      </dsp:nvSpPr>
      <dsp:spPr>
        <a:xfrm>
          <a:off x="593455" y="3211950"/>
          <a:ext cx="6712600" cy="513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379" tIns="54379" rIns="54379" bIns="5437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Loss of balance </a:t>
          </a:r>
        </a:p>
      </dsp:txBody>
      <dsp:txXfrm>
        <a:off x="593455" y="3211950"/>
        <a:ext cx="6712600" cy="513814"/>
      </dsp:txXfrm>
    </dsp:sp>
    <dsp:sp modelId="{97463333-62C2-48F5-B0EE-60AD47B9E76D}">
      <dsp:nvSpPr>
        <dsp:cNvPr id="0" name=""/>
        <dsp:cNvSpPr/>
      </dsp:nvSpPr>
      <dsp:spPr>
        <a:xfrm>
          <a:off x="0" y="3854218"/>
          <a:ext cx="7306056" cy="51381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AEC747-9CCC-49FC-B935-EDE374B99081}">
      <dsp:nvSpPr>
        <dsp:cNvPr id="0" name=""/>
        <dsp:cNvSpPr/>
      </dsp:nvSpPr>
      <dsp:spPr>
        <a:xfrm>
          <a:off x="155428" y="3969826"/>
          <a:ext cx="282597" cy="2825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7F5185-40F8-4A71-8DDC-8582DAD56271}">
      <dsp:nvSpPr>
        <dsp:cNvPr id="0" name=""/>
        <dsp:cNvSpPr/>
      </dsp:nvSpPr>
      <dsp:spPr>
        <a:xfrm>
          <a:off x="593455" y="3854218"/>
          <a:ext cx="6712600" cy="513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379" tIns="54379" rIns="54379" bIns="5437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Instability after VR sessions </a:t>
          </a:r>
        </a:p>
      </dsp:txBody>
      <dsp:txXfrm>
        <a:off x="593455" y="3854218"/>
        <a:ext cx="6712600" cy="513814"/>
      </dsp:txXfrm>
    </dsp:sp>
    <dsp:sp modelId="{DD73F4B5-1713-47F0-8914-27A161420E96}">
      <dsp:nvSpPr>
        <dsp:cNvPr id="0" name=""/>
        <dsp:cNvSpPr/>
      </dsp:nvSpPr>
      <dsp:spPr>
        <a:xfrm>
          <a:off x="0" y="4496486"/>
          <a:ext cx="7306056" cy="51381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F08B78-DF5F-4F31-9CF1-A15B22D19F96}">
      <dsp:nvSpPr>
        <dsp:cNvPr id="0" name=""/>
        <dsp:cNvSpPr/>
      </dsp:nvSpPr>
      <dsp:spPr>
        <a:xfrm>
          <a:off x="155428" y="4612094"/>
          <a:ext cx="282597" cy="2825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3810CC-1D2B-45F9-A798-C3E79CA90B77}">
      <dsp:nvSpPr>
        <dsp:cNvPr id="0" name=""/>
        <dsp:cNvSpPr/>
      </dsp:nvSpPr>
      <dsp:spPr>
        <a:xfrm>
          <a:off x="593455" y="4496486"/>
          <a:ext cx="6712600" cy="5138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379" tIns="54379" rIns="54379" bIns="5437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Supported by Stanney et al. (2020) </a:t>
          </a:r>
        </a:p>
      </dsp:txBody>
      <dsp:txXfrm>
        <a:off x="593455" y="4496486"/>
        <a:ext cx="6712600" cy="51381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E47BE5-A1F8-430D-A351-CDFF3D430367}">
      <dsp:nvSpPr>
        <dsp:cNvPr id="0" name=""/>
        <dsp:cNvSpPr/>
      </dsp:nvSpPr>
      <dsp:spPr>
        <a:xfrm>
          <a:off x="0" y="928116"/>
          <a:ext cx="7306056" cy="57563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2400" kern="1200"/>
            <a:t>VR affects spatial awareness and distance judgement </a:t>
          </a:r>
        </a:p>
      </dsp:txBody>
      <dsp:txXfrm>
        <a:off x="28100" y="956216"/>
        <a:ext cx="7249856" cy="519439"/>
      </dsp:txXfrm>
    </dsp:sp>
    <dsp:sp modelId="{E03A253F-BFF7-4191-AEC4-DF2A733CB187}">
      <dsp:nvSpPr>
        <dsp:cNvPr id="0" name=""/>
        <dsp:cNvSpPr/>
      </dsp:nvSpPr>
      <dsp:spPr>
        <a:xfrm>
          <a:off x="0" y="1572876"/>
          <a:ext cx="7306056" cy="575639"/>
        </a:xfrm>
        <a:prstGeom prst="roundRect">
          <a:avLst/>
        </a:prstGeom>
        <a:solidFill>
          <a:schemeClr val="accent2">
            <a:hueOff val="-2592252"/>
            <a:satOff val="-5102"/>
            <a:lumOff val="318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2400" kern="1200"/>
            <a:t>Immersive environments alter depth perception </a:t>
          </a:r>
        </a:p>
      </dsp:txBody>
      <dsp:txXfrm>
        <a:off x="28100" y="1600976"/>
        <a:ext cx="7249856" cy="519439"/>
      </dsp:txXfrm>
    </dsp:sp>
    <dsp:sp modelId="{F68AFAA5-87AC-4CD9-B0D0-91BC8AC8A65E}">
      <dsp:nvSpPr>
        <dsp:cNvPr id="0" name=""/>
        <dsp:cNvSpPr/>
      </dsp:nvSpPr>
      <dsp:spPr>
        <a:xfrm>
          <a:off x="0" y="2217636"/>
          <a:ext cx="7306056" cy="575639"/>
        </a:xfrm>
        <a:prstGeom prst="roundRect">
          <a:avLst/>
        </a:prstGeom>
        <a:solidFill>
          <a:schemeClr val="accent2">
            <a:hueOff val="-5184504"/>
            <a:satOff val="-10204"/>
            <a:lumOff val="637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2400" kern="1200"/>
            <a:t>Users may misjudge distances after VR use </a:t>
          </a:r>
        </a:p>
      </dsp:txBody>
      <dsp:txXfrm>
        <a:off x="28100" y="2245736"/>
        <a:ext cx="7249856" cy="519439"/>
      </dsp:txXfrm>
    </dsp:sp>
    <dsp:sp modelId="{782C79D0-98FF-4C0E-9D21-A0914493C845}">
      <dsp:nvSpPr>
        <dsp:cNvPr id="0" name=""/>
        <dsp:cNvSpPr/>
      </dsp:nvSpPr>
      <dsp:spPr>
        <a:xfrm>
          <a:off x="0" y="2862396"/>
          <a:ext cx="7306056" cy="575639"/>
        </a:xfrm>
        <a:prstGeom prst="roundRect">
          <a:avLst/>
        </a:prstGeom>
        <a:solidFill>
          <a:schemeClr val="accent2">
            <a:hueOff val="-7776756"/>
            <a:satOff val="-15306"/>
            <a:lumOff val="955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2400" kern="1200"/>
            <a:t>Can affect navigation in real-world environments </a:t>
          </a:r>
        </a:p>
      </dsp:txBody>
      <dsp:txXfrm>
        <a:off x="28100" y="2890496"/>
        <a:ext cx="7249856" cy="519439"/>
      </dsp:txXfrm>
    </dsp:sp>
    <dsp:sp modelId="{5EC3AF3F-7709-400A-ADD7-45E35AB089B4}">
      <dsp:nvSpPr>
        <dsp:cNvPr id="0" name=""/>
        <dsp:cNvSpPr/>
      </dsp:nvSpPr>
      <dsp:spPr>
        <a:xfrm>
          <a:off x="0" y="3507156"/>
          <a:ext cx="7306056" cy="575639"/>
        </a:xfrm>
        <a:prstGeom prst="roundRect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2400" kern="1200"/>
            <a:t>Impacts both perception and cognitive processing </a:t>
          </a:r>
        </a:p>
      </dsp:txBody>
      <dsp:txXfrm>
        <a:off x="28100" y="3535256"/>
        <a:ext cx="7249856" cy="51943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01C42F-EA27-47C8-B088-2B725CDC21C3}">
      <dsp:nvSpPr>
        <dsp:cNvPr id="0" name=""/>
        <dsp:cNvSpPr/>
      </dsp:nvSpPr>
      <dsp:spPr>
        <a:xfrm>
          <a:off x="0" y="0"/>
          <a:ext cx="8590851" cy="67808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2400" kern="1200"/>
            <a:t>Experience level influences VR effects </a:t>
          </a:r>
          <a:endParaRPr lang="en-GB" sz="2400" kern="1200" dirty="0"/>
        </a:p>
      </dsp:txBody>
      <dsp:txXfrm>
        <a:off x="19860" y="19860"/>
        <a:ext cx="7779809" cy="638364"/>
      </dsp:txXfrm>
    </dsp:sp>
    <dsp:sp modelId="{DA5B20AA-B166-4EDC-97F5-7FB50FDD7B90}">
      <dsp:nvSpPr>
        <dsp:cNvPr id="0" name=""/>
        <dsp:cNvSpPr/>
      </dsp:nvSpPr>
      <dsp:spPr>
        <a:xfrm>
          <a:off x="641524" y="772263"/>
          <a:ext cx="8590851" cy="67808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2400" kern="1200"/>
            <a:t>First-time users experience stronger symptoms </a:t>
          </a:r>
        </a:p>
      </dsp:txBody>
      <dsp:txXfrm>
        <a:off x="661384" y="792123"/>
        <a:ext cx="7468851" cy="638364"/>
      </dsp:txXfrm>
    </dsp:sp>
    <dsp:sp modelId="{28455468-FAC4-4740-BF2E-30DD2D6D1018}">
      <dsp:nvSpPr>
        <dsp:cNvPr id="0" name=""/>
        <dsp:cNvSpPr/>
      </dsp:nvSpPr>
      <dsp:spPr>
        <a:xfrm>
          <a:off x="1283049" y="1544526"/>
          <a:ext cx="8590851" cy="67808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2400" kern="1200"/>
            <a:t>Common effects include disorientation and instability </a:t>
          </a:r>
        </a:p>
      </dsp:txBody>
      <dsp:txXfrm>
        <a:off x="1302909" y="1564386"/>
        <a:ext cx="7468851" cy="638364"/>
      </dsp:txXfrm>
    </dsp:sp>
    <dsp:sp modelId="{3425B39D-9DE3-4150-8A8F-908A58404435}">
      <dsp:nvSpPr>
        <dsp:cNvPr id="0" name=""/>
        <dsp:cNvSpPr/>
      </dsp:nvSpPr>
      <dsp:spPr>
        <a:xfrm>
          <a:off x="1924573" y="2316789"/>
          <a:ext cx="8590851" cy="67808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2400" kern="1200"/>
            <a:t>Experienced users show reduced effects over time </a:t>
          </a:r>
        </a:p>
      </dsp:txBody>
      <dsp:txXfrm>
        <a:off x="1944433" y="2336649"/>
        <a:ext cx="7468851" cy="638364"/>
      </dsp:txXfrm>
    </dsp:sp>
    <dsp:sp modelId="{4E2AEC14-81D1-4226-9308-D42853A98A76}">
      <dsp:nvSpPr>
        <dsp:cNvPr id="0" name=""/>
        <dsp:cNvSpPr/>
      </dsp:nvSpPr>
      <dsp:spPr>
        <a:xfrm>
          <a:off x="2566098" y="3089053"/>
          <a:ext cx="8590851" cy="678084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2400" kern="1200"/>
            <a:t>Suggests adaptation to VR environments </a:t>
          </a:r>
        </a:p>
      </dsp:txBody>
      <dsp:txXfrm>
        <a:off x="2585958" y="3108913"/>
        <a:ext cx="7468851" cy="638364"/>
      </dsp:txXfrm>
    </dsp:sp>
    <dsp:sp modelId="{4D3E71D0-4806-436B-B053-4CBEED541DD3}">
      <dsp:nvSpPr>
        <dsp:cNvPr id="0" name=""/>
        <dsp:cNvSpPr/>
      </dsp:nvSpPr>
      <dsp:spPr>
        <a:xfrm>
          <a:off x="8150096" y="495378"/>
          <a:ext cx="440755" cy="44075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000" kern="1200"/>
        </a:p>
      </dsp:txBody>
      <dsp:txXfrm>
        <a:off x="8249266" y="495378"/>
        <a:ext cx="242415" cy="331668"/>
      </dsp:txXfrm>
    </dsp:sp>
    <dsp:sp modelId="{7E35495D-B10A-4240-8E23-B8550B27F3DF}">
      <dsp:nvSpPr>
        <dsp:cNvPr id="0" name=""/>
        <dsp:cNvSpPr/>
      </dsp:nvSpPr>
      <dsp:spPr>
        <a:xfrm>
          <a:off x="8791620" y="1267641"/>
          <a:ext cx="440755" cy="440755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000" kern="1200"/>
        </a:p>
      </dsp:txBody>
      <dsp:txXfrm>
        <a:off x="8890790" y="1267641"/>
        <a:ext cx="242415" cy="331668"/>
      </dsp:txXfrm>
    </dsp:sp>
    <dsp:sp modelId="{9E515C6E-BC3D-4FD7-89DB-A4F76E14B56E}">
      <dsp:nvSpPr>
        <dsp:cNvPr id="0" name=""/>
        <dsp:cNvSpPr/>
      </dsp:nvSpPr>
      <dsp:spPr>
        <a:xfrm>
          <a:off x="9433145" y="2028603"/>
          <a:ext cx="440755" cy="440755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000" kern="1200"/>
        </a:p>
      </dsp:txBody>
      <dsp:txXfrm>
        <a:off x="9532315" y="2028603"/>
        <a:ext cx="242415" cy="331668"/>
      </dsp:txXfrm>
    </dsp:sp>
    <dsp:sp modelId="{1B803DAB-B814-43F5-A485-BC2C8CB0BFB8}">
      <dsp:nvSpPr>
        <dsp:cNvPr id="0" name=""/>
        <dsp:cNvSpPr/>
      </dsp:nvSpPr>
      <dsp:spPr>
        <a:xfrm>
          <a:off x="10074670" y="2808401"/>
          <a:ext cx="440755" cy="440755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000" kern="1200"/>
        </a:p>
      </dsp:txBody>
      <dsp:txXfrm>
        <a:off x="10173840" y="2808401"/>
        <a:ext cx="242415" cy="33166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BE2921-2C88-4B20-B63C-A0CC27782815}">
      <dsp:nvSpPr>
        <dsp:cNvPr id="0" name=""/>
        <dsp:cNvSpPr/>
      </dsp:nvSpPr>
      <dsp:spPr>
        <a:xfrm>
          <a:off x="0" y="591425"/>
          <a:ext cx="7306056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687FDB-560F-47EE-BE2C-CE217D29A324}">
      <dsp:nvSpPr>
        <dsp:cNvPr id="0" name=""/>
        <dsp:cNvSpPr/>
      </dsp:nvSpPr>
      <dsp:spPr>
        <a:xfrm>
          <a:off x="365302" y="325745"/>
          <a:ext cx="5114239" cy="531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3306" tIns="0" rIns="19330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VR may create safety risks after prolonged use </a:t>
          </a:r>
        </a:p>
      </dsp:txBody>
      <dsp:txXfrm>
        <a:off x="391241" y="351684"/>
        <a:ext cx="5062361" cy="479482"/>
      </dsp:txXfrm>
    </dsp:sp>
    <dsp:sp modelId="{A8AA99EA-F2D1-4CEE-9660-B62C09E4620D}">
      <dsp:nvSpPr>
        <dsp:cNvPr id="0" name=""/>
        <dsp:cNvSpPr/>
      </dsp:nvSpPr>
      <dsp:spPr>
        <a:xfrm>
          <a:off x="0" y="1407905"/>
          <a:ext cx="7306056" cy="1048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-3456336"/>
              <a:satOff val="-6803"/>
              <a:lumOff val="424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7031" tIns="374904" rIns="567031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/>
            <a:t>Gaming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/>
            <a:t>Training simulations </a:t>
          </a:r>
        </a:p>
      </dsp:txBody>
      <dsp:txXfrm>
        <a:off x="0" y="1407905"/>
        <a:ext cx="7306056" cy="1048950"/>
      </dsp:txXfrm>
    </dsp:sp>
    <dsp:sp modelId="{F4DBEE14-1908-4408-B7E0-5AF19118E340}">
      <dsp:nvSpPr>
        <dsp:cNvPr id="0" name=""/>
        <dsp:cNvSpPr/>
      </dsp:nvSpPr>
      <dsp:spPr>
        <a:xfrm>
          <a:off x="365302" y="1142225"/>
          <a:ext cx="5114239" cy="531360"/>
        </a:xfrm>
        <a:prstGeom prst="roundRect">
          <a:avLst/>
        </a:prstGeom>
        <a:solidFill>
          <a:schemeClr val="accent2">
            <a:hueOff val="-3456336"/>
            <a:satOff val="-6803"/>
            <a:lumOff val="424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3306" tIns="0" rIns="19330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Important for industries: </a:t>
          </a:r>
        </a:p>
      </dsp:txBody>
      <dsp:txXfrm>
        <a:off x="391241" y="1168164"/>
        <a:ext cx="5062361" cy="479482"/>
      </dsp:txXfrm>
    </dsp:sp>
    <dsp:sp modelId="{A4D976B4-F4E7-4960-879C-448C69AFEBC2}">
      <dsp:nvSpPr>
        <dsp:cNvPr id="0" name=""/>
        <dsp:cNvSpPr/>
      </dsp:nvSpPr>
      <dsp:spPr>
        <a:xfrm>
          <a:off x="0" y="2819736"/>
          <a:ext cx="7306056" cy="1048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-6912672"/>
              <a:satOff val="-13605"/>
              <a:lumOff val="849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7031" tIns="374904" rIns="567031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/>
            <a:t>Regular breaks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800" kern="1200"/>
            <a:t>Improved VR system design </a:t>
          </a:r>
        </a:p>
      </dsp:txBody>
      <dsp:txXfrm>
        <a:off x="0" y="2819736"/>
        <a:ext cx="7306056" cy="1048950"/>
      </dsp:txXfrm>
    </dsp:sp>
    <dsp:sp modelId="{C6963270-89AB-468A-8A4E-7763C5456D85}">
      <dsp:nvSpPr>
        <dsp:cNvPr id="0" name=""/>
        <dsp:cNvSpPr/>
      </dsp:nvSpPr>
      <dsp:spPr>
        <a:xfrm>
          <a:off x="365302" y="2554056"/>
          <a:ext cx="5114239" cy="531360"/>
        </a:xfrm>
        <a:prstGeom prst="roundRect">
          <a:avLst/>
        </a:prstGeom>
        <a:solidFill>
          <a:schemeClr val="accent2">
            <a:hueOff val="-6912672"/>
            <a:satOff val="-13605"/>
            <a:lumOff val="849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3306" tIns="0" rIns="19330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Highlights need for: </a:t>
          </a:r>
        </a:p>
      </dsp:txBody>
      <dsp:txXfrm>
        <a:off x="391241" y="2579995"/>
        <a:ext cx="5062361" cy="479482"/>
      </dsp:txXfrm>
    </dsp:sp>
    <dsp:sp modelId="{60549F34-DF55-4DE0-A245-0EA61C06D5F1}">
      <dsp:nvSpPr>
        <dsp:cNvPr id="0" name=""/>
        <dsp:cNvSpPr/>
      </dsp:nvSpPr>
      <dsp:spPr>
        <a:xfrm>
          <a:off x="0" y="4231566"/>
          <a:ext cx="7306056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-10369007"/>
              <a:satOff val="-20408"/>
              <a:lumOff val="1274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4411D1-9B58-4433-BE1E-483417DF9A3E}">
      <dsp:nvSpPr>
        <dsp:cNvPr id="0" name=""/>
        <dsp:cNvSpPr/>
      </dsp:nvSpPr>
      <dsp:spPr>
        <a:xfrm>
          <a:off x="365302" y="3965886"/>
          <a:ext cx="5114239" cy="531360"/>
        </a:xfrm>
        <a:prstGeom prst="roundRect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3306" tIns="0" rIns="19330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Raises awareness of long-term health effects </a:t>
          </a:r>
        </a:p>
      </dsp:txBody>
      <dsp:txXfrm>
        <a:off x="391241" y="3991825"/>
        <a:ext cx="5062361" cy="47948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519924-EE25-4AFF-A234-023054A51DD9}">
      <dsp:nvSpPr>
        <dsp:cNvPr id="0" name=""/>
        <dsp:cNvSpPr/>
      </dsp:nvSpPr>
      <dsp:spPr>
        <a:xfrm>
          <a:off x="0" y="3914"/>
          <a:ext cx="7306056" cy="8338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98F4FB-8029-4168-B2F1-B755B88E46FE}">
      <dsp:nvSpPr>
        <dsp:cNvPr id="0" name=""/>
        <dsp:cNvSpPr/>
      </dsp:nvSpPr>
      <dsp:spPr>
        <a:xfrm>
          <a:off x="252238" y="191530"/>
          <a:ext cx="458615" cy="4586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9D5B63-09AE-4C5E-B4A0-D6E822912A3A}">
      <dsp:nvSpPr>
        <dsp:cNvPr id="0" name=""/>
        <dsp:cNvSpPr/>
      </dsp:nvSpPr>
      <dsp:spPr>
        <a:xfrm>
          <a:off x="963093" y="3914"/>
          <a:ext cx="6342962" cy="833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249" tIns="88249" rIns="88249" bIns="8824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Improved ability to find and evaluate academic sources </a:t>
          </a:r>
          <a:endParaRPr lang="en-US" sz="1900" kern="1200"/>
        </a:p>
      </dsp:txBody>
      <dsp:txXfrm>
        <a:off x="963093" y="3914"/>
        <a:ext cx="6342962" cy="833847"/>
      </dsp:txXfrm>
    </dsp:sp>
    <dsp:sp modelId="{2EEFB584-92E6-4105-B9C2-913381906D90}">
      <dsp:nvSpPr>
        <dsp:cNvPr id="0" name=""/>
        <dsp:cNvSpPr/>
      </dsp:nvSpPr>
      <dsp:spPr>
        <a:xfrm>
          <a:off x="0" y="1046223"/>
          <a:ext cx="7306056" cy="8338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A5CAF6-5787-45BD-A775-553B22A95544}">
      <dsp:nvSpPr>
        <dsp:cNvPr id="0" name=""/>
        <dsp:cNvSpPr/>
      </dsp:nvSpPr>
      <dsp:spPr>
        <a:xfrm>
          <a:off x="252238" y="1233839"/>
          <a:ext cx="458615" cy="4586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E61B9A-ED32-4C0B-A0E0-5AD6AE3C200D}">
      <dsp:nvSpPr>
        <dsp:cNvPr id="0" name=""/>
        <dsp:cNvSpPr/>
      </dsp:nvSpPr>
      <dsp:spPr>
        <a:xfrm>
          <a:off x="963093" y="1046223"/>
          <a:ext cx="6342962" cy="833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249" tIns="88249" rIns="88249" bIns="8824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Developed academic writing and research skills </a:t>
          </a:r>
          <a:endParaRPr lang="en-US" sz="1900" kern="1200"/>
        </a:p>
      </dsp:txBody>
      <dsp:txXfrm>
        <a:off x="963093" y="1046223"/>
        <a:ext cx="6342962" cy="833847"/>
      </dsp:txXfrm>
    </dsp:sp>
    <dsp:sp modelId="{04F0607D-3B4F-48A2-9638-597D5E6E8E4C}">
      <dsp:nvSpPr>
        <dsp:cNvPr id="0" name=""/>
        <dsp:cNvSpPr/>
      </dsp:nvSpPr>
      <dsp:spPr>
        <a:xfrm>
          <a:off x="0" y="2088532"/>
          <a:ext cx="7306056" cy="8338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A9A997-A9AB-437B-9168-06137CA102CC}">
      <dsp:nvSpPr>
        <dsp:cNvPr id="0" name=""/>
        <dsp:cNvSpPr/>
      </dsp:nvSpPr>
      <dsp:spPr>
        <a:xfrm>
          <a:off x="252238" y="2276148"/>
          <a:ext cx="458615" cy="4586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040EA9-9E84-4CB0-80A9-D1C33A4B277C}">
      <dsp:nvSpPr>
        <dsp:cNvPr id="0" name=""/>
        <dsp:cNvSpPr/>
      </dsp:nvSpPr>
      <dsp:spPr>
        <a:xfrm>
          <a:off x="963093" y="2088532"/>
          <a:ext cx="6342962" cy="833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249" tIns="88249" rIns="88249" bIns="8824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Gained confidence in analysing complex information </a:t>
          </a:r>
          <a:endParaRPr lang="en-US" sz="1900" kern="1200"/>
        </a:p>
      </dsp:txBody>
      <dsp:txXfrm>
        <a:off x="963093" y="2088532"/>
        <a:ext cx="6342962" cy="833847"/>
      </dsp:txXfrm>
    </dsp:sp>
    <dsp:sp modelId="{B59308FD-1E02-4332-9CDB-C5CFC507515F}">
      <dsp:nvSpPr>
        <dsp:cNvPr id="0" name=""/>
        <dsp:cNvSpPr/>
      </dsp:nvSpPr>
      <dsp:spPr>
        <a:xfrm>
          <a:off x="0" y="3130841"/>
          <a:ext cx="7306056" cy="8338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A4E5D6-7961-408D-A40E-1C153B15226D}">
      <dsp:nvSpPr>
        <dsp:cNvPr id="0" name=""/>
        <dsp:cNvSpPr/>
      </dsp:nvSpPr>
      <dsp:spPr>
        <a:xfrm>
          <a:off x="252238" y="3318456"/>
          <a:ext cx="458615" cy="4586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50100A-3C55-4D25-A795-9C0AC8579EAD}">
      <dsp:nvSpPr>
        <dsp:cNvPr id="0" name=""/>
        <dsp:cNvSpPr/>
      </dsp:nvSpPr>
      <dsp:spPr>
        <a:xfrm>
          <a:off x="963093" y="3130841"/>
          <a:ext cx="6342962" cy="833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249" tIns="88249" rIns="88249" bIns="8824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Learned importance of narrowing a research topic </a:t>
          </a:r>
          <a:endParaRPr lang="en-US" sz="1900" kern="1200"/>
        </a:p>
      </dsp:txBody>
      <dsp:txXfrm>
        <a:off x="963093" y="3130841"/>
        <a:ext cx="6342962" cy="833847"/>
      </dsp:txXfrm>
    </dsp:sp>
    <dsp:sp modelId="{4EE6462D-8040-489E-BD75-E4A2902EC526}">
      <dsp:nvSpPr>
        <dsp:cNvPr id="0" name=""/>
        <dsp:cNvSpPr/>
      </dsp:nvSpPr>
      <dsp:spPr>
        <a:xfrm>
          <a:off x="0" y="4173150"/>
          <a:ext cx="7306056" cy="83384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33DF39-03E8-4520-A653-9AA3CDA99589}">
      <dsp:nvSpPr>
        <dsp:cNvPr id="0" name=""/>
        <dsp:cNvSpPr/>
      </dsp:nvSpPr>
      <dsp:spPr>
        <a:xfrm>
          <a:off x="252238" y="4360765"/>
          <a:ext cx="458615" cy="4586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D35037-F871-4FC6-8F92-920C7722AEF4}">
      <dsp:nvSpPr>
        <dsp:cNvPr id="0" name=""/>
        <dsp:cNvSpPr/>
      </dsp:nvSpPr>
      <dsp:spPr>
        <a:xfrm>
          <a:off x="963093" y="4173150"/>
          <a:ext cx="3287725" cy="833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249" tIns="88249" rIns="88249" bIns="8824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If repeated: </a:t>
          </a:r>
          <a:endParaRPr lang="en-US" sz="1900" kern="1200"/>
        </a:p>
      </dsp:txBody>
      <dsp:txXfrm>
        <a:off x="963093" y="4173150"/>
        <a:ext cx="3287725" cy="833847"/>
      </dsp:txXfrm>
    </dsp:sp>
    <dsp:sp modelId="{14154840-3F8B-42B0-80AC-BB9D6367F13E}">
      <dsp:nvSpPr>
        <dsp:cNvPr id="0" name=""/>
        <dsp:cNvSpPr/>
      </dsp:nvSpPr>
      <dsp:spPr>
        <a:xfrm>
          <a:off x="4250818" y="4173150"/>
          <a:ext cx="3055237" cy="833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249" tIns="88249" rIns="88249" bIns="8824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Start with a clearer focus </a:t>
          </a:r>
          <a:endParaRPr lang="en-US" sz="1800" kern="120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Improve time management </a:t>
          </a:r>
          <a:endParaRPr lang="en-US" sz="1800" kern="1200"/>
        </a:p>
      </dsp:txBody>
      <dsp:txXfrm>
        <a:off x="4250818" y="4173150"/>
        <a:ext cx="3055237" cy="83384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7295E3-E37F-421C-A6CD-5B66B14F2D96}">
      <dsp:nvSpPr>
        <dsp:cNvPr id="0" name=""/>
        <dsp:cNvSpPr/>
      </dsp:nvSpPr>
      <dsp:spPr>
        <a:xfrm>
          <a:off x="0" y="717493"/>
          <a:ext cx="7306056" cy="55165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Prolonged VR use negatively affects: </a:t>
          </a:r>
          <a:endParaRPr lang="en-US" sz="2300" kern="1200"/>
        </a:p>
      </dsp:txBody>
      <dsp:txXfrm>
        <a:off x="26930" y="744423"/>
        <a:ext cx="7252196" cy="497795"/>
      </dsp:txXfrm>
    </dsp:sp>
    <dsp:sp modelId="{1823944A-2D46-42F6-8418-C79FA2600064}">
      <dsp:nvSpPr>
        <dsp:cNvPr id="0" name=""/>
        <dsp:cNvSpPr/>
      </dsp:nvSpPr>
      <dsp:spPr>
        <a:xfrm>
          <a:off x="0" y="1269148"/>
          <a:ext cx="7306056" cy="618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1967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800" kern="1200"/>
            <a:t>Postural stability 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800" kern="1200"/>
            <a:t>Spatial awareness </a:t>
          </a:r>
          <a:endParaRPr lang="en-US" sz="1800" kern="1200"/>
        </a:p>
      </dsp:txBody>
      <dsp:txXfrm>
        <a:off x="0" y="1269148"/>
        <a:ext cx="7306056" cy="618930"/>
      </dsp:txXfrm>
    </dsp:sp>
    <dsp:sp modelId="{07393A00-EA17-4376-A888-81BBC7A7D1A1}">
      <dsp:nvSpPr>
        <dsp:cNvPr id="0" name=""/>
        <dsp:cNvSpPr/>
      </dsp:nvSpPr>
      <dsp:spPr>
        <a:xfrm>
          <a:off x="0" y="1888078"/>
          <a:ext cx="7306056" cy="551655"/>
        </a:xfrm>
        <a:prstGeom prst="roundRect">
          <a:avLst/>
        </a:prstGeom>
        <a:solidFill>
          <a:schemeClr val="accent2">
            <a:hueOff val="-2592252"/>
            <a:satOff val="-5102"/>
            <a:lumOff val="318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Evidence shows both physical and perceptual impacts </a:t>
          </a:r>
          <a:endParaRPr lang="en-US" sz="2300" kern="1200"/>
        </a:p>
      </dsp:txBody>
      <dsp:txXfrm>
        <a:off x="26930" y="1915008"/>
        <a:ext cx="7252196" cy="497795"/>
      </dsp:txXfrm>
    </dsp:sp>
    <dsp:sp modelId="{77683578-F856-4D6D-A92E-3063D09E0790}">
      <dsp:nvSpPr>
        <dsp:cNvPr id="0" name=""/>
        <dsp:cNvSpPr/>
      </dsp:nvSpPr>
      <dsp:spPr>
        <a:xfrm>
          <a:off x="0" y="2505973"/>
          <a:ext cx="7306056" cy="551655"/>
        </a:xfrm>
        <a:prstGeom prst="roundRect">
          <a:avLst/>
        </a:prstGeom>
        <a:solidFill>
          <a:schemeClr val="accent2">
            <a:hueOff val="-5184504"/>
            <a:satOff val="-10204"/>
            <a:lumOff val="637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Effects may decrease with user experience </a:t>
          </a:r>
          <a:endParaRPr lang="en-US" sz="2300" kern="1200"/>
        </a:p>
      </dsp:txBody>
      <dsp:txXfrm>
        <a:off x="26930" y="2532903"/>
        <a:ext cx="7252196" cy="497795"/>
      </dsp:txXfrm>
    </dsp:sp>
    <dsp:sp modelId="{FC8B3B21-B54B-40F4-8684-7A629826CE7A}">
      <dsp:nvSpPr>
        <dsp:cNvPr id="0" name=""/>
        <dsp:cNvSpPr/>
      </dsp:nvSpPr>
      <dsp:spPr>
        <a:xfrm>
          <a:off x="0" y="3123868"/>
          <a:ext cx="7306056" cy="551655"/>
        </a:xfrm>
        <a:prstGeom prst="roundRect">
          <a:avLst/>
        </a:prstGeom>
        <a:solidFill>
          <a:schemeClr val="accent2">
            <a:hueOff val="-7776756"/>
            <a:satOff val="-15306"/>
            <a:lumOff val="955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VR remains valuable but requires careful use </a:t>
          </a:r>
          <a:endParaRPr lang="en-US" sz="2300" kern="1200"/>
        </a:p>
      </dsp:txBody>
      <dsp:txXfrm>
        <a:off x="26930" y="3150798"/>
        <a:ext cx="7252196" cy="497795"/>
      </dsp:txXfrm>
    </dsp:sp>
    <dsp:sp modelId="{0F23A7F2-2608-4602-A33E-331C18F885DF}">
      <dsp:nvSpPr>
        <dsp:cNvPr id="0" name=""/>
        <dsp:cNvSpPr/>
      </dsp:nvSpPr>
      <dsp:spPr>
        <a:xfrm>
          <a:off x="0" y="3741763"/>
          <a:ext cx="7306056" cy="551655"/>
        </a:xfrm>
        <a:prstGeom prst="roundRect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Further research is needed on long-term effects </a:t>
          </a:r>
          <a:endParaRPr lang="en-US" sz="2300" kern="1200"/>
        </a:p>
      </dsp:txBody>
      <dsp:txXfrm>
        <a:off x="26930" y="3768693"/>
        <a:ext cx="7252196" cy="497795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2E3A90-BBEA-41C7-9AB9-BD1C61C2FC85}">
      <dsp:nvSpPr>
        <dsp:cNvPr id="0" name=""/>
        <dsp:cNvSpPr/>
      </dsp:nvSpPr>
      <dsp:spPr>
        <a:xfrm>
          <a:off x="0" y="2079"/>
          <a:ext cx="7306056" cy="10540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F8B934-D5AD-4484-BD59-FFF3D4DFC8BB}">
      <dsp:nvSpPr>
        <dsp:cNvPr id="0" name=""/>
        <dsp:cNvSpPr/>
      </dsp:nvSpPr>
      <dsp:spPr>
        <a:xfrm>
          <a:off x="318851" y="239241"/>
          <a:ext cx="579729" cy="57972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0FC2D7-31EB-462B-921B-253FB61304B2}">
      <dsp:nvSpPr>
        <dsp:cNvPr id="0" name=""/>
        <dsp:cNvSpPr/>
      </dsp:nvSpPr>
      <dsp:spPr>
        <a:xfrm>
          <a:off x="1217431" y="2079"/>
          <a:ext cx="6088624" cy="10540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554" tIns="111554" rIns="111554" bIns="11155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Stanney et al. (2020) </a:t>
          </a:r>
          <a:endParaRPr lang="en-US" sz="2200" kern="1200"/>
        </a:p>
      </dsp:txBody>
      <dsp:txXfrm>
        <a:off x="1217431" y="2079"/>
        <a:ext cx="6088624" cy="1054053"/>
      </dsp:txXfrm>
    </dsp:sp>
    <dsp:sp modelId="{976A7343-3D18-4E5B-8E3A-2BC7386CCCA8}">
      <dsp:nvSpPr>
        <dsp:cNvPr id="0" name=""/>
        <dsp:cNvSpPr/>
      </dsp:nvSpPr>
      <dsp:spPr>
        <a:xfrm>
          <a:off x="0" y="1319646"/>
          <a:ext cx="7306056" cy="10540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7E7D09-C922-432F-ADE2-A5E26F0147FE}">
      <dsp:nvSpPr>
        <dsp:cNvPr id="0" name=""/>
        <dsp:cNvSpPr/>
      </dsp:nvSpPr>
      <dsp:spPr>
        <a:xfrm>
          <a:off x="318851" y="1556808"/>
          <a:ext cx="579729" cy="57972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87063E-2D66-4069-8242-4F0153777CB3}">
      <dsp:nvSpPr>
        <dsp:cNvPr id="0" name=""/>
        <dsp:cNvSpPr/>
      </dsp:nvSpPr>
      <dsp:spPr>
        <a:xfrm>
          <a:off x="1217431" y="1319646"/>
          <a:ext cx="6088624" cy="10540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554" tIns="111554" rIns="111554" bIns="11155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Weech et al. (2019) </a:t>
          </a:r>
          <a:endParaRPr lang="en-US" sz="2200" kern="1200"/>
        </a:p>
      </dsp:txBody>
      <dsp:txXfrm>
        <a:off x="1217431" y="1319646"/>
        <a:ext cx="6088624" cy="1054053"/>
      </dsp:txXfrm>
    </dsp:sp>
    <dsp:sp modelId="{0E4FEAD6-441B-452F-A6EC-1213C76614FC}">
      <dsp:nvSpPr>
        <dsp:cNvPr id="0" name=""/>
        <dsp:cNvSpPr/>
      </dsp:nvSpPr>
      <dsp:spPr>
        <a:xfrm>
          <a:off x="0" y="2637212"/>
          <a:ext cx="7306056" cy="10540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610AED-E3BF-4827-BC0C-F7510B1D6401}">
      <dsp:nvSpPr>
        <dsp:cNvPr id="0" name=""/>
        <dsp:cNvSpPr/>
      </dsp:nvSpPr>
      <dsp:spPr>
        <a:xfrm>
          <a:off x="318851" y="2874374"/>
          <a:ext cx="579729" cy="57972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107A65-ADA4-4867-8097-B722D31C26FD}">
      <dsp:nvSpPr>
        <dsp:cNvPr id="0" name=""/>
        <dsp:cNvSpPr/>
      </dsp:nvSpPr>
      <dsp:spPr>
        <a:xfrm>
          <a:off x="1217431" y="2637212"/>
          <a:ext cx="6088624" cy="10540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554" tIns="111554" rIns="111554" bIns="11155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Keshavarz et al. (2015) </a:t>
          </a:r>
          <a:endParaRPr lang="en-US" sz="2200" kern="1200"/>
        </a:p>
      </dsp:txBody>
      <dsp:txXfrm>
        <a:off x="1217431" y="2637212"/>
        <a:ext cx="6088624" cy="1054053"/>
      </dsp:txXfrm>
    </dsp:sp>
    <dsp:sp modelId="{011A2101-4875-45AF-9EFD-1DA41257BB63}">
      <dsp:nvSpPr>
        <dsp:cNvPr id="0" name=""/>
        <dsp:cNvSpPr/>
      </dsp:nvSpPr>
      <dsp:spPr>
        <a:xfrm>
          <a:off x="0" y="3954779"/>
          <a:ext cx="7306056" cy="10540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8EF6EA-2CB8-4986-9CF6-F8BB21DE693A}">
      <dsp:nvSpPr>
        <dsp:cNvPr id="0" name=""/>
        <dsp:cNvSpPr/>
      </dsp:nvSpPr>
      <dsp:spPr>
        <a:xfrm>
          <a:off x="318851" y="4191941"/>
          <a:ext cx="579729" cy="57972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0E4A6D-1E6A-4A2A-80F8-4D1840316E85}">
      <dsp:nvSpPr>
        <dsp:cNvPr id="0" name=""/>
        <dsp:cNvSpPr/>
      </dsp:nvSpPr>
      <dsp:spPr>
        <a:xfrm>
          <a:off x="1217431" y="3954779"/>
          <a:ext cx="6088624" cy="10540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554" tIns="111554" rIns="111554" bIns="11155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Additional academic journal sources </a:t>
          </a:r>
          <a:endParaRPr lang="en-US" sz="2200" kern="1200"/>
        </a:p>
      </dsp:txBody>
      <dsp:txXfrm>
        <a:off x="1217431" y="3954779"/>
        <a:ext cx="6088624" cy="10540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13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36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06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920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136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197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72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466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275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28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996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569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image" Target="../media/image14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Robot operating a machine">
            <a:extLst>
              <a:ext uri="{FF2B5EF4-FFF2-40B4-BE49-F238E27FC236}">
                <a16:creationId xmlns:a16="http://schemas.microsoft.com/office/drawing/2014/main" id="{EE3F4805-C2A0-2220-18E1-017C68F7CFF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3596" b="23114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71F1D7-E66D-B244-83F5-38894EA97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021182" cy="329010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5600">
                <a:solidFill>
                  <a:srgbClr val="FFFFFF"/>
                </a:solidFill>
              </a:rPr>
              <a:t>The Effects of Virtual Reality on Posture and Balance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80090F-FE88-EC6A-05DF-BF2A472200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5040785" cy="1724029"/>
          </a:xfrm>
        </p:spPr>
        <p:txBody>
          <a:bodyPr anchor="t">
            <a:normAutofit/>
          </a:bodyPr>
          <a:lstStyle/>
          <a:p>
            <a:r>
              <a:rPr lang="en-GB" sz="2400" dirty="0">
                <a:solidFill>
                  <a:srgbClr val="FFFFFF"/>
                </a:solidFill>
              </a:rPr>
              <a:t>Presented by: Liam Banda</a:t>
            </a:r>
          </a:p>
          <a:p>
            <a:r>
              <a:rPr lang="en-GB" sz="2400" dirty="0">
                <a:solidFill>
                  <a:srgbClr val="FFFFFF"/>
                </a:solidFill>
              </a:rPr>
              <a:t>FC300 Extended Projects</a:t>
            </a:r>
          </a:p>
          <a:p>
            <a:r>
              <a:rPr lang="en-GB" sz="2400" dirty="0">
                <a:solidFill>
                  <a:srgbClr val="FFFFFF"/>
                </a:solidFill>
              </a:rPr>
              <a:t>18/03/2026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1696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FED58-083E-0019-B347-953A96E83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92AA9-B099-E628-BBCA-85E8F4A87C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Introduction and Research Focus </a:t>
            </a:r>
          </a:p>
          <a:p>
            <a:r>
              <a:rPr lang="en-GB" dirty="0"/>
              <a:t>Methodology (Process &amp; Sources)</a:t>
            </a:r>
          </a:p>
          <a:p>
            <a:r>
              <a:rPr lang="en-GB" dirty="0"/>
              <a:t>Key findings </a:t>
            </a:r>
          </a:p>
          <a:p>
            <a:r>
              <a:rPr lang="en-GB" dirty="0"/>
              <a:t>Implications </a:t>
            </a:r>
          </a:p>
          <a:p>
            <a:r>
              <a:rPr lang="en-GB" dirty="0"/>
              <a:t>Reflection </a:t>
            </a:r>
          </a:p>
          <a:p>
            <a:r>
              <a:rPr lang="en-GB" dirty="0"/>
              <a:t>Conclusion and References</a:t>
            </a:r>
          </a:p>
        </p:txBody>
      </p:sp>
    </p:spTree>
    <p:extLst>
      <p:ext uri="{BB962C8B-B14F-4D97-AF65-F5344CB8AC3E}">
        <p14:creationId xmlns:p14="http://schemas.microsoft.com/office/powerpoint/2010/main" val="1926465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DA8A64-1EA3-A22C-ADFC-99A12B082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en-GB" sz="4000"/>
              <a:t>Introduction and research focus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8EEB27-9249-8B3A-C8C2-18F9DC48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482CAC-96FF-EBE5-E97D-0BE2B8A51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728EAF-35DB-2B4A-4FCB-4583EA2B3A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1382545"/>
              </p:ext>
            </p:extLst>
          </p:nvPr>
        </p:nvGraphicFramePr>
        <p:xfrm>
          <a:off x="4389120" y="978408"/>
          <a:ext cx="7306056" cy="501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4665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43F84DC-A3B1-492A-BE88-355A8FFA6F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graphicEl>
                                              <a:dgm id="{D43F84DC-A3B1-492A-BE88-355A8FFA6F4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graphicEl>
                                              <a:dgm id="{D43F84DC-A3B1-492A-BE88-355A8FFA6F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graphicEl>
                                              <a:dgm id="{D43F84DC-A3B1-492A-BE88-355A8FFA6F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AED47B2-84E6-47F5-A093-7B71A988E4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graphicEl>
                                              <a:dgm id="{AAED47B2-84E6-47F5-A093-7B71A988E47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graphicEl>
                                              <a:dgm id="{AAED47B2-84E6-47F5-A093-7B71A988E4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graphicEl>
                                              <a:dgm id="{AAED47B2-84E6-47F5-A093-7B71A988E4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8E9DB5F-8851-4E7C-9570-DFAE6F59B4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graphicEl>
                                              <a:dgm id="{38E9DB5F-8851-4E7C-9570-DFAE6F59B4A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graphicEl>
                                              <a:dgm id="{38E9DB5F-8851-4E7C-9570-DFAE6F59B4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graphicEl>
                                              <a:dgm id="{38E9DB5F-8851-4E7C-9570-DFAE6F59B4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0A17A0C-D942-4EA3-8BA8-77BBBA7240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graphicEl>
                                              <a:dgm id="{40A17A0C-D942-4EA3-8BA8-77BBBA72406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graphicEl>
                                              <a:dgm id="{40A17A0C-D942-4EA3-8BA8-77BBBA7240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graphicEl>
                                              <a:dgm id="{40A17A0C-D942-4EA3-8BA8-77BBBA7240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2688E0E-1FBE-4262-836C-A36554AB0A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graphicEl>
                                              <a:dgm id="{C2688E0E-1FBE-4262-836C-A36554AB0AB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graphicEl>
                                              <a:dgm id="{C2688E0E-1FBE-4262-836C-A36554AB0A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graphicEl>
                                              <a:dgm id="{C2688E0E-1FBE-4262-836C-A36554AB0A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26364CF-9035-4AF3-ACE3-256FD46E60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>
                                            <p:graphicEl>
                                              <a:dgm id="{C26364CF-9035-4AF3-ACE3-256FD46E60B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graphicEl>
                                              <a:dgm id="{C26364CF-9035-4AF3-ACE3-256FD46E60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graphicEl>
                                              <a:dgm id="{C26364CF-9035-4AF3-ACE3-256FD46E60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595EFED-DE25-46D6-B3FF-B73E3EC8CD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">
                                            <p:graphicEl>
                                              <a:dgm id="{6595EFED-DE25-46D6-B3FF-B73E3EC8CDC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graphicEl>
                                              <a:dgm id="{6595EFED-DE25-46D6-B3FF-B73E3EC8CD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>
                                            <p:graphicEl>
                                              <a:dgm id="{6595EFED-DE25-46D6-B3FF-B73E3EC8CD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BE81839-F401-4440-9B58-431FF4EF15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5">
                                            <p:graphicEl>
                                              <a:dgm id="{BBE81839-F401-4440-9B58-431FF4EF156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">
                                            <p:graphicEl>
                                              <a:dgm id="{BBE81839-F401-4440-9B58-431FF4EF15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graphicEl>
                                              <a:dgm id="{BBE81839-F401-4440-9B58-431FF4EF15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C8EA5EC-79DD-4D31-A82E-55F6D7F1FB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5">
                                            <p:graphicEl>
                                              <a:dgm id="{8C8EA5EC-79DD-4D31-A82E-55F6D7F1FBC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">
                                            <p:graphicEl>
                                              <a:dgm id="{8C8EA5EC-79DD-4D31-A82E-55F6D7F1FB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graphicEl>
                                              <a:dgm id="{8C8EA5EC-79DD-4D31-A82E-55F6D7F1FB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01C4253-2D9E-4D2A-AA39-1E1BB629790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5">
                                            <p:graphicEl>
                                              <a:dgm id="{001C4253-2D9E-4D2A-AA39-1E1BB629790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">
                                            <p:graphicEl>
                                              <a:dgm id="{001C4253-2D9E-4D2A-AA39-1E1BB629790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">
                                            <p:graphicEl>
                                              <a:dgm id="{001C4253-2D9E-4D2A-AA39-1E1BB629790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EB86A20-9C0F-4AB3-8764-8B40F8A5EB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5">
                                            <p:graphicEl>
                                              <a:dgm id="{EEB86A20-9C0F-4AB3-8764-8B40F8A5EB0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">
                                            <p:graphicEl>
                                              <a:dgm id="{EEB86A20-9C0F-4AB3-8764-8B40F8A5EB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">
                                            <p:graphicEl>
                                              <a:dgm id="{EEB86A20-9C0F-4AB3-8764-8B40F8A5EB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20B5E1E-B87E-479C-9CC8-5203CC3F1E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5">
                                            <p:graphicEl>
                                              <a:dgm id="{120B5E1E-B87E-479C-9CC8-5203CC3F1E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">
                                            <p:graphicEl>
                                              <a:dgm id="{120B5E1E-B87E-479C-9CC8-5203CC3F1E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">
                                            <p:graphicEl>
                                              <a:dgm id="{120B5E1E-B87E-479C-9CC8-5203CC3F1E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9140D4-5979-87EB-F2EA-828540F17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en-GB" sz="4000" dirty="0"/>
              <a:t>Initial challenges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8EEB27-9249-8B3A-C8C2-18F9DC48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482CAC-96FF-EBE5-E97D-0BE2B8A51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68E3DF0F-44A2-05B3-8F66-335C392DA1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6381781"/>
              </p:ext>
            </p:extLst>
          </p:nvPr>
        </p:nvGraphicFramePr>
        <p:xfrm>
          <a:off x="4389120" y="978408"/>
          <a:ext cx="7306056" cy="501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9896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36524E-E4D0-0972-5E2E-7E84AAC4A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en-GB" sz="4000"/>
              <a:t>Research questions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8EEB27-9249-8B3A-C8C2-18F9DC48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482CAC-96FF-EBE5-E97D-0BE2B8A51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00374CB-B6D3-DFD4-5948-9008F6C2A3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3072078"/>
              </p:ext>
            </p:extLst>
          </p:nvPr>
        </p:nvGraphicFramePr>
        <p:xfrm>
          <a:off x="4389120" y="978408"/>
          <a:ext cx="7306056" cy="501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73603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09D128-02DB-E03A-F6AF-653EA56FC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en-GB" sz="3700"/>
              <a:t>Methodology - Research process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8EEB27-9249-8B3A-C8C2-18F9DC48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482CAC-96FF-EBE5-E97D-0BE2B8A51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2D54BFB-C883-6279-5DAC-E5D460AD9D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2280563"/>
              </p:ext>
            </p:extLst>
          </p:nvPr>
        </p:nvGraphicFramePr>
        <p:xfrm>
          <a:off x="4389120" y="978408"/>
          <a:ext cx="7306056" cy="501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05033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BAA826-0012-EE2C-0DE2-C227CAFD3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en-GB" sz="3700"/>
              <a:t>Methodology sources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C8EEB27-9249-8B3A-C8C2-18F9DC48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8482CAC-96FF-EBE5-E97D-0BE2B8A51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CF7D046-B2AD-4745-1965-F6BFEAB68F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1675795"/>
              </p:ext>
            </p:extLst>
          </p:nvPr>
        </p:nvGraphicFramePr>
        <p:xfrm>
          <a:off x="4389120" y="978408"/>
          <a:ext cx="7306056" cy="501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40415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9003F2-1C1D-45A6-7A21-C033E7A67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en-GB" sz="4000"/>
              <a:t>Key findings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C8EEB27-9249-8B3A-C8C2-18F9DC48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8482CAC-96FF-EBE5-E97D-0BE2B8A51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F23268B-36F0-02BC-5F94-740C242452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9138169"/>
              </p:ext>
            </p:extLst>
          </p:nvPr>
        </p:nvGraphicFramePr>
        <p:xfrm>
          <a:off x="4389120" y="978408"/>
          <a:ext cx="7306056" cy="501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34250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854ABD-DDF4-30B1-4DC9-37FDCCE15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en-GB" sz="4000"/>
              <a:t>Key findings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8EEB27-9249-8B3A-C8C2-18F9DC48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8482CAC-96FF-EBE5-E97D-0BE2B8A51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9453B63-55DB-1784-9049-7CA8DBA94C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4159663"/>
              </p:ext>
            </p:extLst>
          </p:nvPr>
        </p:nvGraphicFramePr>
        <p:xfrm>
          <a:off x="4389120" y="978408"/>
          <a:ext cx="7306056" cy="501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42272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5491B0-1B82-179C-B0A5-54D5186CB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GB"/>
              <a:t>Implications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3AB6F9D-8491-B31E-3F3A-C263BB214F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3309644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85446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B56B43-1168-0E10-903F-A87796F34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3465681" cy="271045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800" dirty="0">
                <a:solidFill>
                  <a:schemeClr val="tx2"/>
                </a:solidFill>
              </a:rPr>
              <a:t>Effects of VR on postural stability and user impact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1952F0-771E-D2ED-C333-EEED6708B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346642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FB6D83C-2377-9CAD-A991-9E0B6AF25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3465681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C1CC3C0-A867-EE76-FEB8-945595F49E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6045736"/>
              </p:ext>
            </p:extLst>
          </p:nvPr>
        </p:nvGraphicFramePr>
        <p:xfrm>
          <a:off x="4389120" y="978408"/>
          <a:ext cx="7306056" cy="501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2" name="Picture 11" descr="The image illustrates the impact of VR on postural stability, showing that prolonged use can lead to reduced stability and disorientation, with effects on balance and spatial perception.&#10;&#10;AI-generated content may be incorrect.">
            <a:extLst>
              <a:ext uri="{FF2B5EF4-FFF2-40B4-BE49-F238E27FC236}">
                <a16:creationId xmlns:a16="http://schemas.microsoft.com/office/drawing/2014/main" id="{26338236-5494-34C2-B8EA-BFA7A040105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9120" y="868681"/>
            <a:ext cx="7281963" cy="308931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141AA72-8E74-87EC-3F72-DE43A8D373A2}"/>
              </a:ext>
            </a:extLst>
          </p:cNvPr>
          <p:cNvSpPr txBox="1"/>
          <p:nvPr/>
        </p:nvSpPr>
        <p:spPr>
          <a:xfrm>
            <a:off x="4007935" y="3957995"/>
            <a:ext cx="768724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graph shows a clear decrease in postural stability after VR exposure </a:t>
            </a:r>
          </a:p>
          <a:p>
            <a:r>
              <a:rPr lang="en-GB" dirty="0"/>
              <a:t>This supports research that VR disrupts the body’s balance system due to sensory conflict</a:t>
            </a:r>
          </a:p>
          <a:p>
            <a:r>
              <a:rPr lang="en-GB" dirty="0"/>
              <a:t>The table highlights common effects such as disorientation and balance disruption</a:t>
            </a:r>
          </a:p>
          <a:p>
            <a:r>
              <a:rPr lang="en-GB" dirty="0"/>
              <a:t>Overall, the data suggests prolonged VR use negatively impacts both physical stability and perception</a:t>
            </a:r>
          </a:p>
        </p:txBody>
      </p:sp>
    </p:spTree>
    <p:extLst>
      <p:ext uri="{BB962C8B-B14F-4D97-AF65-F5344CB8AC3E}">
        <p14:creationId xmlns:p14="http://schemas.microsoft.com/office/powerpoint/2010/main" val="4051113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A474EA-7342-BD68-CE10-B2CDC7349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en-GB" sz="4000" dirty="0"/>
              <a:t>Conclusion and references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C8EEB27-9249-8B3A-C8C2-18F9DC48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8482CAC-96FF-EBE5-E97D-0BE2B8A51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1F1344-DFFF-30F7-6D03-F990BBE3EB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8929077"/>
              </p:ext>
            </p:extLst>
          </p:nvPr>
        </p:nvGraphicFramePr>
        <p:xfrm>
          <a:off x="4389120" y="978408"/>
          <a:ext cx="7306056" cy="501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11584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9B7C10-5C08-D7D9-080E-F210B5A3E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en-GB" sz="4000"/>
              <a:t>Reflection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8EEB27-9249-8B3A-C8C2-18F9DC48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482CAC-96FF-EBE5-E97D-0BE2B8A51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2FAC3EC-E1E8-F872-CD09-B09DB7A6B0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8742915"/>
              </p:ext>
            </p:extLst>
          </p:nvPr>
        </p:nvGraphicFramePr>
        <p:xfrm>
          <a:off x="4389120" y="978408"/>
          <a:ext cx="7306056" cy="501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07363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E788B3-C54B-486A-C227-DE6F755CF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en-GB" sz="4000"/>
              <a:t>Conclusion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8EEB27-9249-8B3A-C8C2-18F9DC48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482CAC-96FF-EBE5-E97D-0BE2B8A51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DBDF4C4-7345-1B20-CD00-1F10670232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0506603"/>
              </p:ext>
            </p:extLst>
          </p:nvPr>
        </p:nvGraphicFramePr>
        <p:xfrm>
          <a:off x="4389120" y="978408"/>
          <a:ext cx="7306056" cy="501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7378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8DF59C-2340-C3EB-1930-B25DD6E64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en-GB" sz="4000"/>
              <a:t>References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8EEB27-9249-8B3A-C8C2-18F9DC48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482CAC-96FF-EBE5-E97D-0BE2B8A51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CC7122A0-3CCB-AB82-25FF-FD96DE129F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2495058"/>
              </p:ext>
            </p:extLst>
          </p:nvPr>
        </p:nvGraphicFramePr>
        <p:xfrm>
          <a:off x="4389120" y="978408"/>
          <a:ext cx="7306056" cy="501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45389494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1283</TotalTime>
  <Words>573</Words>
  <Application>Microsoft Office PowerPoint</Application>
  <PresentationFormat>Widescreen</PresentationFormat>
  <Paragraphs>113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Bierstadt</vt:lpstr>
      <vt:lpstr>GestaltVTI</vt:lpstr>
      <vt:lpstr>The Effects of Virtual Reality on Posture and Balance</vt:lpstr>
      <vt:lpstr>Contents </vt:lpstr>
      <vt:lpstr>Introduction and research focus </vt:lpstr>
      <vt:lpstr>Initial challenges </vt:lpstr>
      <vt:lpstr>Research questions </vt:lpstr>
      <vt:lpstr>Methodology - Research process </vt:lpstr>
      <vt:lpstr>Methodology sources </vt:lpstr>
      <vt:lpstr>Key findings </vt:lpstr>
      <vt:lpstr>Key findings </vt:lpstr>
      <vt:lpstr>Implications </vt:lpstr>
      <vt:lpstr>Effects of VR on postural stability and user impact </vt:lpstr>
      <vt:lpstr>Conclusion and references </vt:lpstr>
      <vt:lpstr>Reflection</vt:lpstr>
      <vt:lpstr>Conclusion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Liam Banda</dc:creator>
  <cp:lastModifiedBy>Liam Banda</cp:lastModifiedBy>
  <cp:revision>2</cp:revision>
  <dcterms:created xsi:type="dcterms:W3CDTF">2026-03-21T23:25:25Z</dcterms:created>
  <dcterms:modified xsi:type="dcterms:W3CDTF">2026-10-19T22:11:34Z</dcterms:modified>
</cp:coreProperties>
</file>